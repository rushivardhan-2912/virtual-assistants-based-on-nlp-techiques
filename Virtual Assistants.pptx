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85" r:id="rId3"/>
  </p:sldMasterIdLst>
  <p:notesMasterIdLst>
    <p:notesMasterId r:id="rId25"/>
  </p:notesMasterIdLst>
  <p:sldIdLst>
    <p:sldId id="257" r:id="rId4"/>
    <p:sldId id="258" r:id="rId5"/>
    <p:sldId id="764" r:id="rId6"/>
    <p:sldId id="801" r:id="rId7"/>
    <p:sldId id="775" r:id="rId8"/>
    <p:sldId id="798" r:id="rId9"/>
    <p:sldId id="796" r:id="rId10"/>
    <p:sldId id="802" r:id="rId11"/>
    <p:sldId id="804" r:id="rId12"/>
    <p:sldId id="803" r:id="rId13"/>
    <p:sldId id="805" r:id="rId14"/>
    <p:sldId id="809" r:id="rId15"/>
    <p:sldId id="807" r:id="rId16"/>
    <p:sldId id="808" r:id="rId17"/>
    <p:sldId id="810" r:id="rId18"/>
    <p:sldId id="811" r:id="rId19"/>
    <p:sldId id="812" r:id="rId20"/>
    <p:sldId id="813" r:id="rId21"/>
    <p:sldId id="814" r:id="rId22"/>
    <p:sldId id="779" r:id="rId23"/>
    <p:sldId id="763" r:id="rId24"/>
  </p:sldIdLst>
  <p:sldSz cx="9144000" cy="6858000" type="screen4x3"/>
  <p:notesSz cx="6858000" cy="9144000"/>
  <p:defaultTextStyle>
    <a:defPPr>
      <a:defRPr lang="en-US"/>
    </a:defPPr>
    <a:lvl1pPr algn="l" rtl="0" fontAlgn="base">
      <a:spcBef>
        <a:spcPct val="0"/>
      </a:spcBef>
      <a:spcAft>
        <a:spcPct val="0"/>
      </a:spcAft>
      <a:defRPr sz="2400" kern="1200">
        <a:solidFill>
          <a:srgbClr val="000066"/>
        </a:solidFill>
        <a:latin typeface="Times New Roman" pitchFamily="18" charset="0"/>
        <a:ea typeface="ＭＳ Ｐゴシック"/>
        <a:cs typeface="ＭＳ Ｐゴシック"/>
      </a:defRPr>
    </a:lvl1pPr>
    <a:lvl2pPr marL="457200" algn="l" rtl="0" fontAlgn="base">
      <a:spcBef>
        <a:spcPct val="0"/>
      </a:spcBef>
      <a:spcAft>
        <a:spcPct val="0"/>
      </a:spcAft>
      <a:defRPr sz="2400" kern="1200">
        <a:solidFill>
          <a:srgbClr val="000066"/>
        </a:solidFill>
        <a:latin typeface="Times New Roman" pitchFamily="18" charset="0"/>
        <a:ea typeface="ＭＳ Ｐゴシック"/>
        <a:cs typeface="ＭＳ Ｐゴシック"/>
      </a:defRPr>
    </a:lvl2pPr>
    <a:lvl3pPr marL="914400" algn="l" rtl="0" fontAlgn="base">
      <a:spcBef>
        <a:spcPct val="0"/>
      </a:spcBef>
      <a:spcAft>
        <a:spcPct val="0"/>
      </a:spcAft>
      <a:defRPr sz="2400" kern="1200">
        <a:solidFill>
          <a:srgbClr val="000066"/>
        </a:solidFill>
        <a:latin typeface="Times New Roman" pitchFamily="18" charset="0"/>
        <a:ea typeface="ＭＳ Ｐゴシック"/>
        <a:cs typeface="ＭＳ Ｐゴシック"/>
      </a:defRPr>
    </a:lvl3pPr>
    <a:lvl4pPr marL="1371600" algn="l" rtl="0" fontAlgn="base">
      <a:spcBef>
        <a:spcPct val="0"/>
      </a:spcBef>
      <a:spcAft>
        <a:spcPct val="0"/>
      </a:spcAft>
      <a:defRPr sz="2400" kern="1200">
        <a:solidFill>
          <a:srgbClr val="000066"/>
        </a:solidFill>
        <a:latin typeface="Times New Roman" pitchFamily="18" charset="0"/>
        <a:ea typeface="ＭＳ Ｐゴシック"/>
        <a:cs typeface="ＭＳ Ｐゴシック"/>
      </a:defRPr>
    </a:lvl4pPr>
    <a:lvl5pPr marL="1828800" algn="l" rtl="0" fontAlgn="base">
      <a:spcBef>
        <a:spcPct val="0"/>
      </a:spcBef>
      <a:spcAft>
        <a:spcPct val="0"/>
      </a:spcAft>
      <a:defRPr sz="2400" kern="1200">
        <a:solidFill>
          <a:srgbClr val="000066"/>
        </a:solidFill>
        <a:latin typeface="Times New Roman" pitchFamily="18" charset="0"/>
        <a:ea typeface="ＭＳ Ｐゴシック"/>
        <a:cs typeface="ＭＳ Ｐゴシック"/>
      </a:defRPr>
    </a:lvl5pPr>
    <a:lvl6pPr marL="2286000" algn="l" defTabSz="914400" rtl="0" eaLnBrk="1" latinLnBrk="0" hangingPunct="1">
      <a:defRPr sz="2400" kern="1200">
        <a:solidFill>
          <a:srgbClr val="000066"/>
        </a:solidFill>
        <a:latin typeface="Times New Roman" pitchFamily="18" charset="0"/>
        <a:ea typeface="ＭＳ Ｐゴシック"/>
        <a:cs typeface="ＭＳ Ｐゴシック"/>
      </a:defRPr>
    </a:lvl6pPr>
    <a:lvl7pPr marL="2743200" algn="l" defTabSz="914400" rtl="0" eaLnBrk="1" latinLnBrk="0" hangingPunct="1">
      <a:defRPr sz="2400" kern="1200">
        <a:solidFill>
          <a:srgbClr val="000066"/>
        </a:solidFill>
        <a:latin typeface="Times New Roman" pitchFamily="18" charset="0"/>
        <a:ea typeface="ＭＳ Ｐゴシック"/>
        <a:cs typeface="ＭＳ Ｐゴシック"/>
      </a:defRPr>
    </a:lvl7pPr>
    <a:lvl8pPr marL="3200400" algn="l" defTabSz="914400" rtl="0" eaLnBrk="1" latinLnBrk="0" hangingPunct="1">
      <a:defRPr sz="2400" kern="1200">
        <a:solidFill>
          <a:srgbClr val="000066"/>
        </a:solidFill>
        <a:latin typeface="Times New Roman" pitchFamily="18" charset="0"/>
        <a:ea typeface="ＭＳ Ｐゴシック"/>
        <a:cs typeface="ＭＳ Ｐゴシック"/>
      </a:defRPr>
    </a:lvl8pPr>
    <a:lvl9pPr marL="3657600" algn="l" defTabSz="914400" rtl="0" eaLnBrk="1" latinLnBrk="0" hangingPunct="1">
      <a:defRPr sz="2400" kern="1200">
        <a:solidFill>
          <a:srgbClr val="000066"/>
        </a:solidFill>
        <a:latin typeface="Times New Roman" pitchFamily="18" charset="0"/>
        <a:ea typeface="ＭＳ Ｐゴシック"/>
        <a:cs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1" autoAdjust="0"/>
    <p:restoredTop sz="94690" autoAdjust="0"/>
  </p:normalViewPr>
  <p:slideViewPr>
    <p:cSldViewPr snapToGrid="0">
      <p:cViewPr varScale="1">
        <p:scale>
          <a:sx n="86" d="100"/>
          <a:sy n="86" d="100"/>
        </p:scale>
        <p:origin x="1382"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9EE84-D671-4A1D-A9BE-2D287C6D11C0}" type="datetimeFigureOut">
              <a:rPr lang="en-IN" smtClean="0"/>
              <a:t>08-11-2022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51701A-B2CF-4D0A-9233-A735D6C32955}" type="slidenum">
              <a:rPr lang="en-IN" smtClean="0"/>
              <a:t>‹#›</a:t>
            </a:fld>
            <a:endParaRPr lang="en-IN"/>
          </a:p>
        </p:txBody>
      </p:sp>
    </p:spTree>
    <p:extLst>
      <p:ext uri="{BB962C8B-B14F-4D97-AF65-F5344CB8AC3E}">
        <p14:creationId xmlns:p14="http://schemas.microsoft.com/office/powerpoint/2010/main" val="9538614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dt" sz="quarter" idx="1"/>
          </p:nvPr>
        </p:nvSpPr>
        <p:spPr>
          <a:noFill/>
        </p:spPr>
        <p:txBody>
          <a:bodyPr/>
          <a:lstStyle/>
          <a:p>
            <a:fld id="{5B29563C-2576-47C9-81AF-FDF82152C9D8}" type="datetime1">
              <a:rPr lang="en-US" smtClean="0">
                <a:latin typeface="Arial" pitchFamily="34" charset="0"/>
                <a:ea typeface="ＭＳ Ｐゴシック"/>
                <a:cs typeface="ＭＳ Ｐゴシック"/>
              </a:rPr>
              <a:pPr/>
              <a:t>11/8/2022</a:t>
            </a:fld>
            <a:endParaRPr lang="en-US">
              <a:latin typeface="Arial" pitchFamily="34" charset="0"/>
              <a:ea typeface="ＭＳ Ｐゴシック"/>
              <a:cs typeface="ＭＳ Ｐゴシック"/>
            </a:endParaRPr>
          </a:p>
        </p:txBody>
      </p:sp>
      <p:sp>
        <p:nvSpPr>
          <p:cNvPr id="44035" name="Rectangle 7"/>
          <p:cNvSpPr>
            <a:spLocks noGrp="1" noChangeArrowheads="1"/>
          </p:cNvSpPr>
          <p:nvPr>
            <p:ph type="sldNum" sz="quarter" idx="5"/>
          </p:nvPr>
        </p:nvSpPr>
        <p:spPr>
          <a:noFill/>
        </p:spPr>
        <p:txBody>
          <a:bodyPr/>
          <a:lstStyle/>
          <a:p>
            <a:fld id="{7D09CAB7-DC1E-46FC-8020-52F2E5C10D2F}" type="slidenum">
              <a:rPr lang="en-US" smtClean="0">
                <a:latin typeface="Arial" pitchFamily="34" charset="0"/>
                <a:ea typeface="ＭＳ Ｐゴシック"/>
                <a:cs typeface="ＭＳ Ｐゴシック"/>
              </a:rPr>
              <a:pPr/>
              <a:t>1</a:t>
            </a:fld>
            <a:endParaRPr lang="en-US">
              <a:latin typeface="Arial" pitchFamily="34" charset="0"/>
              <a:ea typeface="ＭＳ Ｐゴシック"/>
              <a:cs typeface="ＭＳ Ｐゴシック"/>
            </a:endParaRPr>
          </a:p>
        </p:txBody>
      </p:sp>
      <p:sp>
        <p:nvSpPr>
          <p:cNvPr id="44036" name="Rectangle 2"/>
          <p:cNvSpPr>
            <a:spLocks noGrp="1" noRot="1" noChangeAspect="1" noChangeArrowheads="1" noTextEdit="1"/>
          </p:cNvSpPr>
          <p:nvPr>
            <p:ph type="sldImg"/>
          </p:nvPr>
        </p:nvSpPr>
        <p:spPr>
          <a:xfrm>
            <a:off x="1371600" y="1143000"/>
            <a:ext cx="4114800" cy="3086100"/>
          </a:xfrm>
          <a:ln/>
        </p:spPr>
      </p:sp>
      <p:sp>
        <p:nvSpPr>
          <p:cNvPr id="44037" name="Rectangle 3"/>
          <p:cNvSpPr>
            <a:spLocks noGrp="1" noChangeArrowheads="1"/>
          </p:cNvSpPr>
          <p:nvPr>
            <p:ph type="body" idx="1"/>
          </p:nvPr>
        </p:nvSpPr>
        <p:spPr>
          <a:noFill/>
          <a:ln/>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7560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51701A-B2CF-4D0A-9233-A735D6C32955}" type="slidenum">
              <a:rPr lang="en-IN" smtClean="0"/>
              <a:t>3</a:t>
            </a:fld>
            <a:endParaRPr lang="en-IN"/>
          </a:p>
        </p:txBody>
      </p:sp>
    </p:spTree>
    <p:extLst>
      <p:ext uri="{BB962C8B-B14F-4D97-AF65-F5344CB8AC3E}">
        <p14:creationId xmlns:p14="http://schemas.microsoft.com/office/powerpoint/2010/main" val="119171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51701A-B2CF-4D0A-9233-A735D6C32955}" type="slidenum">
              <a:rPr lang="en-IN" smtClean="0"/>
              <a:t>20</a:t>
            </a:fld>
            <a:endParaRPr lang="en-IN"/>
          </a:p>
        </p:txBody>
      </p:sp>
    </p:spTree>
    <p:extLst>
      <p:ext uri="{BB962C8B-B14F-4D97-AF65-F5344CB8AC3E}">
        <p14:creationId xmlns:p14="http://schemas.microsoft.com/office/powerpoint/2010/main" val="3518285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6" name="Rectangle 6"/>
          <p:cNvSpPr>
            <a:spLocks noGrp="1" noChangeArrowheads="1"/>
          </p:cNvSpPr>
          <p:nvPr>
            <p:ph type="sldNum" sz="quarter" idx="12"/>
          </p:nvPr>
        </p:nvSpPr>
        <p:spPr>
          <a:xfrm>
            <a:off x="8318500" y="839788"/>
            <a:ext cx="723900" cy="314325"/>
          </a:xfrm>
          <a:prstGeom prst="rect">
            <a:avLst/>
          </a:prstGeom>
          <a:ln/>
        </p:spPr>
        <p:txBody>
          <a:bodyPr/>
          <a:lstStyle>
            <a:lvl1pPr algn="ct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1488575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4"/>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6"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3859911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6"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376904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6" name="Footer Placeholder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7" name="Slide Number Placeholder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3953868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8"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9"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2712432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4"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5"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2002728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sz="1200">
                <a:latin typeface="Calibri" pitchFamily="34" charset="0"/>
                <a:cs typeface="Calibri" pitchFamily="34" charset="0"/>
              </a:defRPr>
            </a:lvl1pPr>
          </a:lstStyle>
          <a:p>
            <a:fld id="{E9609CBC-7A11-4AC5-866B-7670BCEC6313}" type="datetimeFigureOut">
              <a:rPr lang="en-IN" smtClean="0"/>
              <a:t>08-11-2022</a:t>
            </a:fld>
            <a:endParaRPr lang="en-IN"/>
          </a:p>
        </p:txBody>
      </p:sp>
      <p:sp>
        <p:nvSpPr>
          <p:cNvPr id="3"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4" name="Rectangle 6"/>
          <p:cNvSpPr>
            <a:spLocks noGrp="1" noChangeArrowheads="1"/>
          </p:cNvSpPr>
          <p:nvPr>
            <p:ph type="sldNum" sz="quarter" idx="12"/>
          </p:nvPr>
        </p:nvSpPr>
        <p:spPr>
          <a:xfrm>
            <a:off x="7239000" y="6510789"/>
            <a:ext cx="1905000" cy="314325"/>
          </a:xfrm>
          <a:prstGeom prst="rect">
            <a:avLst/>
          </a:prstGeom>
          <a:ln/>
        </p:spPr>
        <p:txBody>
          <a:bodyPr/>
          <a:lstStyle>
            <a:lvl1pPr>
              <a:defRPr sz="1200"/>
            </a:lvl1pPr>
          </a:lstStyle>
          <a:p>
            <a:fld id="{4EB5E226-0E5F-498D-ACC4-1147483C5A33}" type="slidenum">
              <a:rPr lang="en-IN" smtClean="0"/>
              <a:t>‹#›</a:t>
            </a:fld>
            <a:endParaRPr lang="en-IN"/>
          </a:p>
        </p:txBody>
      </p:sp>
    </p:spTree>
    <p:extLst>
      <p:ext uri="{BB962C8B-B14F-4D97-AF65-F5344CB8AC3E}">
        <p14:creationId xmlns:p14="http://schemas.microsoft.com/office/powerpoint/2010/main" val="261850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6" name="Footer Placeholder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7" name="Slide Number Placeholder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564381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6" name="Footer Placeholder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7" name="Slide Number Placeholder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4220209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4"/>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6"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165977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6"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2257942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42"/>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fld id="{E9609CBC-7A11-4AC5-866B-7670BCEC6313}" type="datetimeFigureOut">
              <a:rPr lang="en-IN" smtClean="0"/>
              <a:t>08-11-2022</a:t>
            </a:fld>
            <a:endParaRPr lang="en-IN"/>
          </a:p>
        </p:txBody>
      </p:sp>
      <p:sp>
        <p:nvSpPr>
          <p:cNvPr id="4"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endParaRPr lang="en-IN"/>
          </a:p>
        </p:txBody>
      </p:sp>
      <p:sp>
        <p:nvSpPr>
          <p:cNvPr id="5"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18138621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189" indent="0" algn="ctr">
              <a:buNone/>
              <a:defRPr/>
            </a:lvl2pPr>
            <a:lvl3pPr marL="914377" indent="0" algn="ctr">
              <a:buNone/>
              <a:defRPr/>
            </a:lvl3pPr>
            <a:lvl4pPr marL="1371566" indent="0" algn="ctr">
              <a:buNone/>
              <a:defRPr/>
            </a:lvl4pPr>
            <a:lvl5pPr marL="1828754" indent="0" algn="ctr">
              <a:buNone/>
              <a:defRPr/>
            </a:lvl5pPr>
            <a:lvl6pPr marL="2285943" indent="0" algn="ctr">
              <a:buNone/>
              <a:defRPr/>
            </a:lvl6pPr>
            <a:lvl7pPr marL="2743131" indent="0" algn="ctr">
              <a:buNone/>
              <a:defRPr/>
            </a:lvl7pPr>
            <a:lvl8pPr marL="3200320" indent="0" algn="ctr">
              <a:buNone/>
              <a:defRPr/>
            </a:lvl8pPr>
            <a:lvl9pPr marL="3657509" indent="0" algn="ctr">
              <a:buNone/>
              <a:defRPr/>
            </a:lvl9pPr>
          </a:lstStyle>
          <a:p>
            <a:r>
              <a:rPr lang="en-US"/>
              <a:t>Click to edit Master subtitle style</a:t>
            </a:r>
          </a:p>
        </p:txBody>
      </p:sp>
      <p:sp>
        <p:nvSpPr>
          <p:cNvPr id="4" name="Rectangle 47"/>
          <p:cNvSpPr>
            <a:spLocks noGrp="1" noChangeArrowheads="1"/>
          </p:cNvSpPr>
          <p:nvPr>
            <p:ph type="sldNum" sz="quarter" idx="10"/>
          </p:nvPr>
        </p:nvSpPr>
        <p:spPr>
          <a:ln/>
        </p:spPr>
        <p:txBody>
          <a:bodyPr/>
          <a:lstStyle>
            <a:lvl1pPr>
              <a:defRPr/>
            </a:lvl1pPr>
          </a:lstStyle>
          <a:p>
            <a:pPr>
              <a:defRPr/>
            </a:pPr>
            <a:fld id="{4260DDFF-470B-469F-A544-30C18E9E4613}" type="slidenum">
              <a:rPr lang="en-IN"/>
              <a:pPr>
                <a:defRPr/>
              </a:pPr>
              <a:t>‹#›</a:t>
            </a:fld>
            <a:endParaRPr lang="en-IN"/>
          </a:p>
        </p:txBody>
      </p:sp>
      <p:sp>
        <p:nvSpPr>
          <p:cNvPr id="5" name="Rectangle 49"/>
          <p:cNvSpPr>
            <a:spLocks noGrp="1" noChangeArrowheads="1"/>
          </p:cNvSpPr>
          <p:nvPr>
            <p:ph type="dt" sz="half" idx="11"/>
          </p:nvPr>
        </p:nvSpPr>
        <p:spPr>
          <a:ln/>
        </p:spPr>
        <p:txBody>
          <a:bodyPr/>
          <a:lstStyle>
            <a:lvl1pPr>
              <a:defRPr/>
            </a:lvl1pPr>
          </a:lstStyle>
          <a:p>
            <a:pPr>
              <a:defRPr/>
            </a:pPr>
            <a:fld id="{C7289E8B-DC1F-46A8-A876-E4E809DADE64}" type="datetime5">
              <a:rPr lang="en-US"/>
              <a:pPr>
                <a:defRPr/>
              </a:pPr>
              <a:t>8-Nov-22</a:t>
            </a:fld>
            <a:endParaRPr lang="en-US"/>
          </a:p>
        </p:txBody>
      </p:sp>
    </p:spTree>
    <p:extLst>
      <p:ext uri="{BB962C8B-B14F-4D97-AF65-F5344CB8AC3E}">
        <p14:creationId xmlns:p14="http://schemas.microsoft.com/office/powerpoint/2010/main" val="1552109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4"/>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sldNum" sz="quarter" idx="10"/>
          </p:nvPr>
        </p:nvSpPr>
        <p:spPr>
          <a:ln/>
        </p:spPr>
        <p:txBody>
          <a:bodyPr/>
          <a:lstStyle>
            <a:lvl1pPr>
              <a:defRPr/>
            </a:lvl1pPr>
          </a:lstStyle>
          <a:p>
            <a:pPr>
              <a:defRPr/>
            </a:pPr>
            <a:fld id="{804C2A1B-3629-4436-9CC7-6AC1B9072DC8}" type="slidenum">
              <a:rPr lang="en-IN"/>
              <a:pPr>
                <a:defRPr/>
              </a:pPr>
              <a:t>‹#›</a:t>
            </a:fld>
            <a:endParaRPr lang="en-IN"/>
          </a:p>
        </p:txBody>
      </p:sp>
      <p:sp>
        <p:nvSpPr>
          <p:cNvPr id="5" name="Rectangle 49"/>
          <p:cNvSpPr>
            <a:spLocks noGrp="1" noChangeArrowheads="1"/>
          </p:cNvSpPr>
          <p:nvPr>
            <p:ph type="dt" sz="half" idx="11"/>
          </p:nvPr>
        </p:nvSpPr>
        <p:spPr>
          <a:ln/>
        </p:spPr>
        <p:txBody>
          <a:bodyPr/>
          <a:lstStyle>
            <a:lvl1pPr>
              <a:defRPr/>
            </a:lvl1pPr>
          </a:lstStyle>
          <a:p>
            <a:pPr>
              <a:defRPr/>
            </a:pPr>
            <a:fld id="{0D398333-5B76-4458-9998-290553FD95D2}" type="datetime5">
              <a:rPr lang="en-US"/>
              <a:pPr>
                <a:defRPr/>
              </a:pPr>
              <a:t>8-Nov-22</a:t>
            </a:fld>
            <a:endParaRPr lang="en-US"/>
          </a:p>
        </p:txBody>
      </p:sp>
    </p:spTree>
    <p:extLst>
      <p:ext uri="{BB962C8B-B14F-4D97-AF65-F5344CB8AC3E}">
        <p14:creationId xmlns:p14="http://schemas.microsoft.com/office/powerpoint/2010/main" val="14272870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4"/>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189" indent="0">
              <a:buNone/>
              <a:defRPr sz="1800"/>
            </a:lvl2pPr>
            <a:lvl3pPr marL="914377" indent="0">
              <a:buNone/>
              <a:defRPr sz="1600"/>
            </a:lvl3pPr>
            <a:lvl4pPr marL="1371566" indent="0">
              <a:buNone/>
              <a:defRPr sz="1400"/>
            </a:lvl4pPr>
            <a:lvl5pPr marL="1828754" indent="0">
              <a:buNone/>
              <a:defRPr sz="1400"/>
            </a:lvl5pPr>
            <a:lvl6pPr marL="2285943" indent="0">
              <a:buNone/>
              <a:defRPr sz="1400"/>
            </a:lvl6pPr>
            <a:lvl7pPr marL="2743131" indent="0">
              <a:buNone/>
              <a:defRPr sz="1400"/>
            </a:lvl7pPr>
            <a:lvl8pPr marL="3200320" indent="0">
              <a:buNone/>
              <a:defRPr sz="1400"/>
            </a:lvl8pPr>
            <a:lvl9pPr marL="3657509" indent="0">
              <a:buNone/>
              <a:defRPr sz="1400"/>
            </a:lvl9pPr>
          </a:lstStyle>
          <a:p>
            <a:pPr lvl="0"/>
            <a:r>
              <a:rPr lang="en-US"/>
              <a:t>Click to edit Master text styles</a:t>
            </a:r>
          </a:p>
        </p:txBody>
      </p:sp>
      <p:sp>
        <p:nvSpPr>
          <p:cNvPr id="4" name="Rectangle 47"/>
          <p:cNvSpPr>
            <a:spLocks noGrp="1" noChangeArrowheads="1"/>
          </p:cNvSpPr>
          <p:nvPr>
            <p:ph type="sldNum" sz="quarter" idx="10"/>
          </p:nvPr>
        </p:nvSpPr>
        <p:spPr>
          <a:ln/>
        </p:spPr>
        <p:txBody>
          <a:bodyPr/>
          <a:lstStyle>
            <a:lvl1pPr>
              <a:defRPr/>
            </a:lvl1pPr>
          </a:lstStyle>
          <a:p>
            <a:pPr>
              <a:defRPr/>
            </a:pPr>
            <a:fld id="{B8964AA2-2766-4D48-BBDD-709A11AC3575}" type="slidenum">
              <a:rPr lang="en-IN"/>
              <a:pPr>
                <a:defRPr/>
              </a:pPr>
              <a:t>‹#›</a:t>
            </a:fld>
            <a:endParaRPr lang="en-IN"/>
          </a:p>
        </p:txBody>
      </p:sp>
      <p:sp>
        <p:nvSpPr>
          <p:cNvPr id="5" name="Rectangle 49"/>
          <p:cNvSpPr>
            <a:spLocks noGrp="1" noChangeArrowheads="1"/>
          </p:cNvSpPr>
          <p:nvPr>
            <p:ph type="dt" sz="half" idx="11"/>
          </p:nvPr>
        </p:nvSpPr>
        <p:spPr>
          <a:ln/>
        </p:spPr>
        <p:txBody>
          <a:bodyPr/>
          <a:lstStyle>
            <a:lvl1pPr>
              <a:defRPr/>
            </a:lvl1pPr>
          </a:lstStyle>
          <a:p>
            <a:pPr>
              <a:defRPr/>
            </a:pPr>
            <a:fld id="{38E30502-0CC5-4638-BD6B-856F24286FCA}" type="datetime5">
              <a:rPr lang="en-US"/>
              <a:pPr>
                <a:defRPr/>
              </a:pPr>
              <a:t>8-Nov-22</a:t>
            </a:fld>
            <a:endParaRPr lang="en-US"/>
          </a:p>
        </p:txBody>
      </p:sp>
    </p:spTree>
    <p:extLst>
      <p:ext uri="{BB962C8B-B14F-4D97-AF65-F5344CB8AC3E}">
        <p14:creationId xmlns:p14="http://schemas.microsoft.com/office/powerpoint/2010/main" val="3464488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4"/>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7"/>
          <p:cNvSpPr>
            <a:spLocks noGrp="1" noChangeArrowheads="1"/>
          </p:cNvSpPr>
          <p:nvPr>
            <p:ph type="sldNum" sz="quarter" idx="10"/>
          </p:nvPr>
        </p:nvSpPr>
        <p:spPr>
          <a:ln/>
        </p:spPr>
        <p:txBody>
          <a:bodyPr/>
          <a:lstStyle>
            <a:lvl1pPr>
              <a:defRPr/>
            </a:lvl1pPr>
          </a:lstStyle>
          <a:p>
            <a:pPr>
              <a:defRPr/>
            </a:pPr>
            <a:fld id="{0B063AFA-A1A6-43A2-B54C-22F18E9483F7}" type="slidenum">
              <a:rPr lang="en-IN"/>
              <a:pPr>
                <a:defRPr/>
              </a:pPr>
              <a:t>‹#›</a:t>
            </a:fld>
            <a:endParaRPr lang="en-IN"/>
          </a:p>
        </p:txBody>
      </p:sp>
      <p:sp>
        <p:nvSpPr>
          <p:cNvPr id="6" name="Rectangle 49"/>
          <p:cNvSpPr>
            <a:spLocks noGrp="1" noChangeArrowheads="1"/>
          </p:cNvSpPr>
          <p:nvPr>
            <p:ph type="dt" sz="half" idx="11"/>
          </p:nvPr>
        </p:nvSpPr>
        <p:spPr>
          <a:ln/>
        </p:spPr>
        <p:txBody>
          <a:bodyPr/>
          <a:lstStyle>
            <a:lvl1pPr>
              <a:defRPr/>
            </a:lvl1pPr>
          </a:lstStyle>
          <a:p>
            <a:pPr>
              <a:defRPr/>
            </a:pPr>
            <a:fld id="{28A66D33-C908-4A04-AB30-0EE793113E22}" type="datetime5">
              <a:rPr lang="en-US"/>
              <a:pPr>
                <a:defRPr/>
              </a:pPr>
              <a:t>8-Nov-22</a:t>
            </a:fld>
            <a:endParaRPr lang="en-US"/>
          </a:p>
        </p:txBody>
      </p:sp>
    </p:spTree>
    <p:extLst>
      <p:ext uri="{BB962C8B-B14F-4D97-AF65-F5344CB8AC3E}">
        <p14:creationId xmlns:p14="http://schemas.microsoft.com/office/powerpoint/2010/main" val="11689466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7"/>
          <p:cNvSpPr>
            <a:spLocks noGrp="1" noChangeArrowheads="1"/>
          </p:cNvSpPr>
          <p:nvPr>
            <p:ph type="sldNum" sz="quarter" idx="10"/>
          </p:nvPr>
        </p:nvSpPr>
        <p:spPr>
          <a:ln/>
        </p:spPr>
        <p:txBody>
          <a:bodyPr/>
          <a:lstStyle>
            <a:lvl1pPr>
              <a:defRPr/>
            </a:lvl1pPr>
          </a:lstStyle>
          <a:p>
            <a:pPr>
              <a:defRPr/>
            </a:pPr>
            <a:fld id="{07F8A546-3FC0-40F6-AE85-8A3DF391350F}" type="slidenum">
              <a:rPr lang="en-IN"/>
              <a:pPr>
                <a:defRPr/>
              </a:pPr>
              <a:t>‹#›</a:t>
            </a:fld>
            <a:endParaRPr lang="en-IN"/>
          </a:p>
        </p:txBody>
      </p:sp>
      <p:sp>
        <p:nvSpPr>
          <p:cNvPr id="8" name="Rectangle 49"/>
          <p:cNvSpPr>
            <a:spLocks noGrp="1" noChangeArrowheads="1"/>
          </p:cNvSpPr>
          <p:nvPr>
            <p:ph type="dt" sz="half" idx="11"/>
          </p:nvPr>
        </p:nvSpPr>
        <p:spPr>
          <a:ln/>
        </p:spPr>
        <p:txBody>
          <a:bodyPr/>
          <a:lstStyle>
            <a:lvl1pPr>
              <a:defRPr/>
            </a:lvl1pPr>
          </a:lstStyle>
          <a:p>
            <a:pPr>
              <a:defRPr/>
            </a:pPr>
            <a:fld id="{5D0C763D-E06B-4240-AD6E-C89C34B4C3A4}" type="datetime5">
              <a:rPr lang="en-US"/>
              <a:pPr>
                <a:defRPr/>
              </a:pPr>
              <a:t>8-Nov-22</a:t>
            </a:fld>
            <a:endParaRPr lang="en-US"/>
          </a:p>
        </p:txBody>
      </p:sp>
    </p:spTree>
    <p:extLst>
      <p:ext uri="{BB962C8B-B14F-4D97-AF65-F5344CB8AC3E}">
        <p14:creationId xmlns:p14="http://schemas.microsoft.com/office/powerpoint/2010/main" val="30822737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Rectangle 47"/>
          <p:cNvSpPr>
            <a:spLocks noGrp="1" noChangeArrowheads="1"/>
          </p:cNvSpPr>
          <p:nvPr>
            <p:ph type="sldNum" sz="quarter" idx="10"/>
          </p:nvPr>
        </p:nvSpPr>
        <p:spPr>
          <a:ln/>
        </p:spPr>
        <p:txBody>
          <a:bodyPr/>
          <a:lstStyle>
            <a:lvl1pPr>
              <a:defRPr/>
            </a:lvl1pPr>
          </a:lstStyle>
          <a:p>
            <a:pPr>
              <a:defRPr/>
            </a:pPr>
            <a:fld id="{D06D2879-1186-4218-BD1C-4C4FDBDA518C}" type="slidenum">
              <a:rPr lang="en-IN"/>
              <a:pPr>
                <a:defRPr/>
              </a:pPr>
              <a:t>‹#›</a:t>
            </a:fld>
            <a:endParaRPr lang="en-IN"/>
          </a:p>
        </p:txBody>
      </p:sp>
      <p:sp>
        <p:nvSpPr>
          <p:cNvPr id="4" name="Rectangle 49"/>
          <p:cNvSpPr>
            <a:spLocks noGrp="1" noChangeArrowheads="1"/>
          </p:cNvSpPr>
          <p:nvPr>
            <p:ph type="dt" sz="half" idx="11"/>
          </p:nvPr>
        </p:nvSpPr>
        <p:spPr>
          <a:ln/>
        </p:spPr>
        <p:txBody>
          <a:bodyPr/>
          <a:lstStyle>
            <a:lvl1pPr>
              <a:defRPr/>
            </a:lvl1pPr>
          </a:lstStyle>
          <a:p>
            <a:pPr>
              <a:defRPr/>
            </a:pPr>
            <a:fld id="{A0B590DB-B566-4D42-99B6-1B1E57D8DF67}" type="datetime5">
              <a:rPr lang="en-US"/>
              <a:pPr>
                <a:defRPr/>
              </a:pPr>
              <a:t>8-Nov-22</a:t>
            </a:fld>
            <a:endParaRPr lang="en-US"/>
          </a:p>
        </p:txBody>
      </p:sp>
    </p:spTree>
    <p:extLst>
      <p:ext uri="{BB962C8B-B14F-4D97-AF65-F5344CB8AC3E}">
        <p14:creationId xmlns:p14="http://schemas.microsoft.com/office/powerpoint/2010/main" val="3362148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7"/>
          <p:cNvSpPr>
            <a:spLocks noGrp="1" noChangeArrowheads="1"/>
          </p:cNvSpPr>
          <p:nvPr>
            <p:ph type="sldNum" sz="quarter" idx="10"/>
          </p:nvPr>
        </p:nvSpPr>
        <p:spPr>
          <a:ln/>
        </p:spPr>
        <p:txBody>
          <a:bodyPr/>
          <a:lstStyle>
            <a:lvl1pPr>
              <a:defRPr/>
            </a:lvl1pPr>
          </a:lstStyle>
          <a:p>
            <a:pPr>
              <a:defRPr/>
            </a:pPr>
            <a:fld id="{357C594D-7D8A-492D-BE37-0D84DEBB7518}" type="slidenum">
              <a:rPr lang="en-IN"/>
              <a:pPr>
                <a:defRPr/>
              </a:pPr>
              <a:t>‹#›</a:t>
            </a:fld>
            <a:endParaRPr lang="en-IN"/>
          </a:p>
        </p:txBody>
      </p:sp>
      <p:sp>
        <p:nvSpPr>
          <p:cNvPr id="3" name="Rectangle 49"/>
          <p:cNvSpPr>
            <a:spLocks noGrp="1" noChangeArrowheads="1"/>
          </p:cNvSpPr>
          <p:nvPr>
            <p:ph type="dt" sz="half" idx="11"/>
          </p:nvPr>
        </p:nvSpPr>
        <p:spPr>
          <a:ln/>
        </p:spPr>
        <p:txBody>
          <a:bodyPr/>
          <a:lstStyle>
            <a:lvl1pPr>
              <a:defRPr/>
            </a:lvl1pPr>
          </a:lstStyle>
          <a:p>
            <a:pPr>
              <a:defRPr/>
            </a:pPr>
            <a:fld id="{8B0A3628-4B93-495B-8257-DB9ABF29DBAC}" type="datetime5">
              <a:rPr lang="en-US"/>
              <a:pPr>
                <a:defRPr/>
              </a:pPr>
              <a:t>8-Nov-22</a:t>
            </a:fld>
            <a:endParaRPr lang="en-US"/>
          </a:p>
        </p:txBody>
      </p:sp>
    </p:spTree>
    <p:extLst>
      <p:ext uri="{BB962C8B-B14F-4D97-AF65-F5344CB8AC3E}">
        <p14:creationId xmlns:p14="http://schemas.microsoft.com/office/powerpoint/2010/main" val="39436036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7"/>
          <p:cNvSpPr>
            <a:spLocks noGrp="1" noChangeArrowheads="1"/>
          </p:cNvSpPr>
          <p:nvPr>
            <p:ph type="sldNum" sz="quarter" idx="10"/>
          </p:nvPr>
        </p:nvSpPr>
        <p:spPr>
          <a:ln/>
        </p:spPr>
        <p:txBody>
          <a:bodyPr/>
          <a:lstStyle>
            <a:lvl1pPr>
              <a:defRPr/>
            </a:lvl1pPr>
          </a:lstStyle>
          <a:p>
            <a:pPr>
              <a:defRPr/>
            </a:pPr>
            <a:fld id="{79B5411D-9101-4D0F-9FC3-F9865FFE7BB4}" type="slidenum">
              <a:rPr lang="en-IN"/>
              <a:pPr>
                <a:defRPr/>
              </a:pPr>
              <a:t>‹#›</a:t>
            </a:fld>
            <a:endParaRPr lang="en-IN"/>
          </a:p>
        </p:txBody>
      </p:sp>
      <p:sp>
        <p:nvSpPr>
          <p:cNvPr id="6" name="Rectangle 49"/>
          <p:cNvSpPr>
            <a:spLocks noGrp="1" noChangeArrowheads="1"/>
          </p:cNvSpPr>
          <p:nvPr>
            <p:ph type="dt" sz="half" idx="11"/>
          </p:nvPr>
        </p:nvSpPr>
        <p:spPr>
          <a:ln/>
        </p:spPr>
        <p:txBody>
          <a:bodyPr/>
          <a:lstStyle>
            <a:lvl1pPr>
              <a:defRPr/>
            </a:lvl1pPr>
          </a:lstStyle>
          <a:p>
            <a:pPr>
              <a:defRPr/>
            </a:pPr>
            <a:fld id="{16F5554A-C45B-4ADD-B18A-FBCE91D1D6B7}" type="datetime5">
              <a:rPr lang="en-US"/>
              <a:pPr>
                <a:defRPr/>
              </a:pPr>
              <a:t>8-Nov-22</a:t>
            </a:fld>
            <a:endParaRPr lang="en-US"/>
          </a:p>
        </p:txBody>
      </p:sp>
    </p:spTree>
    <p:extLst>
      <p:ext uri="{BB962C8B-B14F-4D97-AF65-F5344CB8AC3E}">
        <p14:creationId xmlns:p14="http://schemas.microsoft.com/office/powerpoint/2010/main" val="30189378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Rectangle 47"/>
          <p:cNvSpPr>
            <a:spLocks noGrp="1" noChangeArrowheads="1"/>
          </p:cNvSpPr>
          <p:nvPr>
            <p:ph type="sldNum" sz="quarter" idx="10"/>
          </p:nvPr>
        </p:nvSpPr>
        <p:spPr>
          <a:ln/>
        </p:spPr>
        <p:txBody>
          <a:bodyPr/>
          <a:lstStyle>
            <a:lvl1pPr>
              <a:defRPr/>
            </a:lvl1pPr>
          </a:lstStyle>
          <a:p>
            <a:pPr>
              <a:defRPr/>
            </a:pPr>
            <a:fld id="{D353426A-7E99-4B3C-B0EA-8E4F5886D28D}" type="slidenum">
              <a:rPr lang="en-IN"/>
              <a:pPr>
                <a:defRPr/>
              </a:pPr>
              <a:t>‹#›</a:t>
            </a:fld>
            <a:endParaRPr lang="en-IN"/>
          </a:p>
        </p:txBody>
      </p:sp>
      <p:sp>
        <p:nvSpPr>
          <p:cNvPr id="6" name="Rectangle 49"/>
          <p:cNvSpPr>
            <a:spLocks noGrp="1" noChangeArrowheads="1"/>
          </p:cNvSpPr>
          <p:nvPr>
            <p:ph type="dt" sz="half" idx="11"/>
          </p:nvPr>
        </p:nvSpPr>
        <p:spPr>
          <a:ln/>
        </p:spPr>
        <p:txBody>
          <a:bodyPr/>
          <a:lstStyle>
            <a:lvl1pPr>
              <a:defRPr/>
            </a:lvl1pPr>
          </a:lstStyle>
          <a:p>
            <a:pPr>
              <a:defRPr/>
            </a:pPr>
            <a:fld id="{3ED51023-1BE8-4AE4-A748-7A0A2C61C517}" type="datetime5">
              <a:rPr lang="en-US"/>
              <a:pPr>
                <a:defRPr/>
              </a:pPr>
              <a:t>8-Nov-22</a:t>
            </a:fld>
            <a:endParaRPr lang="en-US"/>
          </a:p>
        </p:txBody>
      </p:sp>
    </p:spTree>
    <p:extLst>
      <p:ext uri="{BB962C8B-B14F-4D97-AF65-F5344CB8AC3E}">
        <p14:creationId xmlns:p14="http://schemas.microsoft.com/office/powerpoint/2010/main" val="27116928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4"/>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sldNum" sz="quarter" idx="10"/>
          </p:nvPr>
        </p:nvSpPr>
        <p:spPr>
          <a:ln/>
        </p:spPr>
        <p:txBody>
          <a:bodyPr/>
          <a:lstStyle>
            <a:lvl1pPr>
              <a:defRPr/>
            </a:lvl1pPr>
          </a:lstStyle>
          <a:p>
            <a:pPr>
              <a:defRPr/>
            </a:pPr>
            <a:fld id="{03B49B19-B38B-4B54-BFBC-9AF75E2D3BAA}" type="slidenum">
              <a:rPr lang="en-IN"/>
              <a:pPr>
                <a:defRPr/>
              </a:pPr>
              <a:t>‹#›</a:t>
            </a:fld>
            <a:endParaRPr lang="en-IN"/>
          </a:p>
        </p:txBody>
      </p:sp>
      <p:sp>
        <p:nvSpPr>
          <p:cNvPr id="5" name="Rectangle 49"/>
          <p:cNvSpPr>
            <a:spLocks noGrp="1" noChangeArrowheads="1"/>
          </p:cNvSpPr>
          <p:nvPr>
            <p:ph type="dt" sz="half" idx="11"/>
          </p:nvPr>
        </p:nvSpPr>
        <p:spPr>
          <a:ln/>
        </p:spPr>
        <p:txBody>
          <a:bodyPr/>
          <a:lstStyle>
            <a:lvl1pPr>
              <a:defRPr/>
            </a:lvl1pPr>
          </a:lstStyle>
          <a:p>
            <a:pPr>
              <a:defRPr/>
            </a:pPr>
            <a:fld id="{0E398551-1FDD-4BEE-9222-344EE61F735C}" type="datetime5">
              <a:rPr lang="en-US"/>
              <a:pPr>
                <a:defRPr/>
              </a:pPr>
              <a:t>8-Nov-22</a:t>
            </a:fld>
            <a:endParaRPr lang="en-US"/>
          </a:p>
        </p:txBody>
      </p:sp>
    </p:spTree>
    <p:extLst>
      <p:ext uri="{BB962C8B-B14F-4D97-AF65-F5344CB8AC3E}">
        <p14:creationId xmlns:p14="http://schemas.microsoft.com/office/powerpoint/2010/main" val="653959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2"/>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7"/>
          <p:cNvSpPr>
            <a:spLocks noGrp="1" noChangeArrowheads="1"/>
          </p:cNvSpPr>
          <p:nvPr>
            <p:ph type="sldNum" sz="quarter" idx="10"/>
          </p:nvPr>
        </p:nvSpPr>
        <p:spPr>
          <a:ln/>
        </p:spPr>
        <p:txBody>
          <a:bodyPr/>
          <a:lstStyle>
            <a:lvl1pPr>
              <a:defRPr/>
            </a:lvl1pPr>
          </a:lstStyle>
          <a:p>
            <a:pPr>
              <a:defRPr/>
            </a:pPr>
            <a:fld id="{443C0DC8-5C22-4390-A568-1201AA148C43}" type="slidenum">
              <a:rPr lang="en-IN"/>
              <a:pPr>
                <a:defRPr/>
              </a:pPr>
              <a:t>‹#›</a:t>
            </a:fld>
            <a:endParaRPr lang="en-IN"/>
          </a:p>
        </p:txBody>
      </p:sp>
      <p:sp>
        <p:nvSpPr>
          <p:cNvPr id="5" name="Rectangle 49"/>
          <p:cNvSpPr>
            <a:spLocks noGrp="1" noChangeArrowheads="1"/>
          </p:cNvSpPr>
          <p:nvPr>
            <p:ph type="dt" sz="half" idx="11"/>
          </p:nvPr>
        </p:nvSpPr>
        <p:spPr>
          <a:ln/>
        </p:spPr>
        <p:txBody>
          <a:bodyPr/>
          <a:lstStyle>
            <a:lvl1pPr>
              <a:defRPr/>
            </a:lvl1pPr>
          </a:lstStyle>
          <a:p>
            <a:pPr>
              <a:defRPr/>
            </a:pPr>
            <a:fld id="{9DF9FB91-727C-4B6B-A93D-D39D91C8DC90}" type="datetime5">
              <a:rPr lang="en-US"/>
              <a:pPr>
                <a:defRPr/>
              </a:pPr>
              <a:t>8-Nov-22</a:t>
            </a:fld>
            <a:endParaRPr lang="en-US"/>
          </a:p>
        </p:txBody>
      </p:sp>
    </p:spTree>
    <p:extLst>
      <p:ext uri="{BB962C8B-B14F-4D97-AF65-F5344CB8AC3E}">
        <p14:creationId xmlns:p14="http://schemas.microsoft.com/office/powerpoint/2010/main" val="577530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 name="Picture 7" descr="PPT values"/>
          <p:cNvPicPr>
            <a:picLocks noChangeAspect="1" noChangeArrowheads="1"/>
          </p:cNvPicPr>
          <p:nvPr userDrawn="1"/>
        </p:nvPicPr>
        <p:blipFill>
          <a:blip r:embed="rId2" cstate="print"/>
          <a:srcRect/>
          <a:stretch>
            <a:fillRect/>
          </a:stretch>
        </p:blipFill>
        <p:spPr bwMode="auto">
          <a:xfrm>
            <a:off x="2819400" y="6600829"/>
            <a:ext cx="5943600" cy="144463"/>
          </a:xfrm>
          <a:prstGeom prst="rect">
            <a:avLst/>
          </a:prstGeom>
          <a:noFill/>
          <a:ln w="9525">
            <a:noFill/>
            <a:miter lim="800000"/>
            <a:headEnd/>
            <a:tailEnd/>
          </a:ln>
        </p:spPr>
      </p:pic>
      <p:pic>
        <p:nvPicPr>
          <p:cNvPr id="3" name="Picture 8" descr="PPT inside"/>
          <p:cNvPicPr>
            <a:picLocks noChangeAspect="1" noChangeArrowheads="1"/>
          </p:cNvPicPr>
          <p:nvPr userDrawn="1"/>
        </p:nvPicPr>
        <p:blipFill>
          <a:blip r:embed="rId3" cstate="print"/>
          <a:srcRect t="19157" b="25415"/>
          <a:stretch>
            <a:fillRect/>
          </a:stretch>
        </p:blipFill>
        <p:spPr bwMode="auto">
          <a:xfrm>
            <a:off x="0" y="4"/>
            <a:ext cx="9145588" cy="688975"/>
          </a:xfrm>
          <a:prstGeom prst="rect">
            <a:avLst/>
          </a:prstGeom>
          <a:noFill/>
          <a:ln w="9525">
            <a:noFill/>
            <a:miter lim="800000"/>
            <a:headEnd/>
            <a:tailEnd/>
          </a:ln>
        </p:spPr>
      </p:pic>
      <p:sp>
        <p:nvSpPr>
          <p:cNvPr id="4" name="Rectangle 2"/>
          <p:cNvSpPr>
            <a:spLocks noGrp="1" noChangeArrowheads="1"/>
          </p:cNvSpPr>
          <p:nvPr>
            <p:ph type="dt" sz="half" idx="10"/>
          </p:nvPr>
        </p:nvSpPr>
        <p:spPr/>
        <p:txBody>
          <a:bodyPr/>
          <a:lstStyle>
            <a:lvl1pPr>
              <a:defRPr/>
            </a:lvl1pPr>
          </a:lstStyle>
          <a:p>
            <a:pPr>
              <a:defRPr/>
            </a:pPr>
            <a:fld id="{9672A2B6-7302-4124-A531-A1326537F1A8}" type="datetime5">
              <a:rPr lang="en-US"/>
              <a:pPr>
                <a:defRPr/>
              </a:pPr>
              <a:t>8-Nov-22</a:t>
            </a:fld>
            <a:endParaRPr lang="en-US"/>
          </a:p>
        </p:txBody>
      </p:sp>
      <p:sp>
        <p:nvSpPr>
          <p:cNvPr id="5" name="Rectangle 3"/>
          <p:cNvSpPr>
            <a:spLocks noGrp="1" noChangeArrowheads="1"/>
          </p:cNvSpPr>
          <p:nvPr>
            <p:ph type="ftr" sz="quarter" idx="11"/>
          </p:nvPr>
        </p:nvSpPr>
        <p:spPr/>
        <p:txBody>
          <a:bodyPr/>
          <a:lstStyle>
            <a:lvl1pPr>
              <a:defRPr/>
            </a:lvl1pPr>
          </a:lstStyle>
          <a:p>
            <a:pPr>
              <a:defRPr/>
            </a:pPr>
            <a:endParaRPr lang="en-US"/>
          </a:p>
        </p:txBody>
      </p:sp>
      <p:sp>
        <p:nvSpPr>
          <p:cNvPr id="6" name="Rectangle 4"/>
          <p:cNvSpPr>
            <a:spLocks noGrp="1" noChangeArrowheads="1"/>
          </p:cNvSpPr>
          <p:nvPr>
            <p:ph type="sldNum" sz="quarter" idx="12"/>
          </p:nvPr>
        </p:nvSpPr>
        <p:spPr/>
        <p:txBody>
          <a:bodyPr/>
          <a:lstStyle>
            <a:lvl1pPr>
              <a:defRPr/>
            </a:lvl1pPr>
          </a:lstStyle>
          <a:p>
            <a:pPr>
              <a:defRPr/>
            </a:pPr>
            <a:fld id="{70F26646-E06F-4376-B3C2-FFEE67AEEAE3}" type="slidenum">
              <a:rPr lang="en-US"/>
              <a:pPr>
                <a:defRPr/>
              </a:pPr>
              <a:t>‹#›</a:t>
            </a:fld>
            <a:endParaRPr lang="en-US"/>
          </a:p>
        </p:txBody>
      </p:sp>
    </p:spTree>
    <p:extLst>
      <p:ext uri="{BB962C8B-B14F-4D97-AF65-F5344CB8AC3E}">
        <p14:creationId xmlns:p14="http://schemas.microsoft.com/office/powerpoint/2010/main" val="39709497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sz="1200">
                <a:latin typeface="Calibri" pitchFamily="34" charset="0"/>
                <a:cs typeface="Calibri" pitchFamily="34" charset="0"/>
              </a:defRPr>
            </a:lvl1pPr>
          </a:lstStyle>
          <a:p>
            <a:pPr>
              <a:defRPr/>
            </a:pPr>
            <a:fld id="{D01474FF-C8D4-4993-B339-BE6B55D0AC10}" type="datetime5">
              <a:rPr lang="en-US" smtClean="0"/>
              <a:pPr>
                <a:defRPr/>
              </a:pPr>
              <a:t>8-Nov-22</a:t>
            </a:fld>
            <a:endParaRPr lang="en-US"/>
          </a:p>
        </p:txBody>
      </p:sp>
      <p:sp>
        <p:nvSpPr>
          <p:cNvPr id="3"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xfrm>
            <a:off x="7239000" y="6510789"/>
            <a:ext cx="1905000" cy="314325"/>
          </a:xfrm>
          <a:prstGeom prst="rect">
            <a:avLst/>
          </a:prstGeom>
          <a:ln/>
        </p:spPr>
        <p:txBody>
          <a:bodyPr/>
          <a:lstStyle>
            <a:lvl1pPr>
              <a:defRPr sz="1200"/>
            </a:lvl1pPr>
          </a:lstStyle>
          <a:p>
            <a:pPr>
              <a:defRPr/>
            </a:pPr>
            <a:fld id="{CCE60E7C-9340-4E78-8FF1-5B9A5C8058C3}" type="slidenum">
              <a:rPr lang="en-US" smtClean="0"/>
              <a:pPr>
                <a:defRPr/>
              </a:pPr>
              <a:t>‹#›</a:t>
            </a:fld>
            <a:endParaRPr lang="en-US"/>
          </a:p>
        </p:txBody>
      </p:sp>
    </p:spTree>
    <p:extLst>
      <p:ext uri="{BB962C8B-B14F-4D97-AF65-F5344CB8AC3E}">
        <p14:creationId xmlns:p14="http://schemas.microsoft.com/office/powerpoint/2010/main" val="1947059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42"/>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fld id="{48BF9499-C23C-4B8C-8977-F9EE39F453AC}" type="datetime5">
              <a:rPr lang="en-US"/>
              <a:pPr>
                <a:defRPr/>
              </a:pPr>
              <a:t>8-Nov-22</a:t>
            </a:fld>
            <a:endParaRPr lang="en-US"/>
          </a:p>
        </p:txBody>
      </p:sp>
      <p:sp>
        <p:nvSpPr>
          <p:cNvPr id="4"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pPr>
              <a:defRPr/>
            </a:pPr>
            <a:fld id="{B9A37242-22DB-4743-88F0-CDF2C6375226}" type="slidenum">
              <a:rPr lang="en-US"/>
              <a:pPr>
                <a:defRPr/>
              </a:pPr>
              <a:t>‹#›</a:t>
            </a:fld>
            <a:endParaRPr lang="en-US"/>
          </a:p>
        </p:txBody>
      </p:sp>
    </p:spTree>
    <p:extLst>
      <p:ext uri="{BB962C8B-B14F-4D97-AF65-F5344CB8AC3E}">
        <p14:creationId xmlns:p14="http://schemas.microsoft.com/office/powerpoint/2010/main" val="31316780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4"/>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ECF6B73-7E50-4A5A-B24D-F4AE97F3F616}" type="datetime5">
              <a:rPr lang="en-US"/>
              <a:pPr>
                <a:defRPr/>
              </a:pPr>
              <a:t>8-Nov-22</a:t>
            </a:fld>
            <a:endParaRPr lang="en-US"/>
          </a:p>
        </p:txBody>
      </p:sp>
      <p:sp>
        <p:nvSpPr>
          <p:cNvPr id="5" name="Rectangle 5"/>
          <p:cNvSpPr>
            <a:spLocks noGrp="1" noChangeArrowheads="1"/>
          </p:cNvSpPr>
          <p:nvPr>
            <p:ph type="ftr" sz="quarter" idx="11"/>
          </p:nvPr>
        </p:nvSpPr>
        <p:spPr>
          <a:xfrm>
            <a:off x="3124202" y="6400800"/>
            <a:ext cx="3694113"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7239000" y="6415092"/>
            <a:ext cx="1905000" cy="314325"/>
          </a:xfrm>
          <a:prstGeom prst="rect">
            <a:avLst/>
          </a:prstGeom>
          <a:ln/>
        </p:spPr>
        <p:txBody>
          <a:bodyPr/>
          <a:lstStyle>
            <a:lvl1pPr>
              <a:defRPr/>
            </a:lvl1pPr>
          </a:lstStyle>
          <a:p>
            <a:pPr>
              <a:defRPr/>
            </a:pPr>
            <a:fld id="{51EDAF45-A1ED-443F-B7DC-99AC8969684E}" type="slidenum">
              <a:rPr lang="en-US"/>
              <a:pPr>
                <a:defRPr/>
              </a:pPr>
              <a:t>‹#›</a:t>
            </a:fld>
            <a:endParaRPr lang="en-US"/>
          </a:p>
        </p:txBody>
      </p:sp>
    </p:spTree>
    <p:extLst>
      <p:ext uri="{BB962C8B-B14F-4D97-AF65-F5344CB8AC3E}">
        <p14:creationId xmlns:p14="http://schemas.microsoft.com/office/powerpoint/2010/main" val="169624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5" Type="http://schemas.openxmlformats.org/officeDocument/2006/relationships/theme" Target="../theme/theme3.xml"/><Relationship Id="rId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5720" name="Rectangle 8"/>
          <p:cNvSpPr>
            <a:spLocks noChangeArrowheads="1"/>
          </p:cNvSpPr>
          <p:nvPr/>
        </p:nvSpPr>
        <p:spPr bwMode="auto">
          <a:xfrm>
            <a:off x="0" y="685800"/>
            <a:ext cx="381000" cy="5143500"/>
          </a:xfrm>
          <a:prstGeom prst="rect">
            <a:avLst/>
          </a:prstGeom>
          <a:solidFill>
            <a:srgbClr val="003399"/>
          </a:solidFill>
          <a:ln w="9525" algn="ctr">
            <a:noFill/>
            <a:miter lim="800000"/>
            <a:headEnd/>
            <a:tailEnd/>
          </a:ln>
          <a:effectLst/>
        </p:spPr>
        <p:txBody>
          <a:bodyPr wrap="none" anchor="ctr"/>
          <a:lstStyle/>
          <a:p>
            <a:pPr>
              <a:defRPr/>
            </a:pPr>
            <a:endParaRPr lang="en-US" sz="1800">
              <a:ea typeface="+mn-ea"/>
              <a:cs typeface="+mn-cs"/>
            </a:endParaRPr>
          </a:p>
        </p:txBody>
      </p:sp>
      <p:pic>
        <p:nvPicPr>
          <p:cNvPr id="1026" name="Picture 10" descr="PPT values"/>
          <p:cNvPicPr>
            <a:picLocks noChangeAspect="1" noChangeArrowheads="1"/>
          </p:cNvPicPr>
          <p:nvPr/>
        </p:nvPicPr>
        <p:blipFill>
          <a:blip r:embed="rId14" cstate="print"/>
          <a:srcRect/>
          <a:stretch>
            <a:fillRect/>
          </a:stretch>
        </p:blipFill>
        <p:spPr bwMode="auto">
          <a:xfrm>
            <a:off x="2819400" y="6600829"/>
            <a:ext cx="5943600" cy="144463"/>
          </a:xfrm>
          <a:prstGeom prst="rect">
            <a:avLst/>
          </a:prstGeom>
          <a:noFill/>
          <a:ln w="9525">
            <a:noFill/>
            <a:miter lim="800000"/>
            <a:headEnd/>
            <a:tailEnd/>
          </a:ln>
        </p:spPr>
      </p:pic>
      <p:pic>
        <p:nvPicPr>
          <p:cNvPr id="1027" name="Picture 11" descr="PPT inside"/>
          <p:cNvPicPr>
            <a:picLocks noChangeAspect="1" noChangeArrowheads="1"/>
          </p:cNvPicPr>
          <p:nvPr/>
        </p:nvPicPr>
        <p:blipFill>
          <a:blip r:embed="rId15" cstate="print"/>
          <a:srcRect t="19157" b="25415"/>
          <a:stretch>
            <a:fillRect/>
          </a:stretch>
        </p:blipFill>
        <p:spPr bwMode="auto">
          <a:xfrm>
            <a:off x="0" y="4"/>
            <a:ext cx="9145588" cy="688975"/>
          </a:xfrm>
          <a:prstGeom prst="rect">
            <a:avLst/>
          </a:prstGeom>
          <a:noFill/>
          <a:ln w="9525">
            <a:noFill/>
            <a:miter lim="800000"/>
            <a:headEnd/>
            <a:tailEnd/>
          </a:ln>
        </p:spPr>
      </p:pic>
      <p:sp>
        <p:nvSpPr>
          <p:cNvPr id="7" name="Rectangle 4"/>
          <p:cNvSpPr>
            <a:spLocks noGrp="1" noChangeArrowheads="1"/>
          </p:cNvSpPr>
          <p:nvPr>
            <p:ph type="dt" sz="half" idx="2"/>
          </p:nvPr>
        </p:nvSpPr>
        <p:spPr bwMode="auto">
          <a:xfrm>
            <a:off x="0" y="952500"/>
            <a:ext cx="381000" cy="1092200"/>
          </a:xfrm>
          <a:prstGeom prst="rect">
            <a:avLst/>
          </a:prstGeom>
          <a:ln>
            <a:miter lim="800000"/>
            <a:headEnd/>
            <a:tailEnd/>
          </a:ln>
        </p:spPr>
        <p:txBody>
          <a:bodyPr vert="vert270" wrap="square" lIns="91440" tIns="45720" rIns="91440" bIns="45720" numCol="1" anchor="t" anchorCtr="0" compatLnSpc="1">
            <a:prstTxWarp prst="textNoShape">
              <a:avLst/>
            </a:prstTxWarp>
          </a:bodyPr>
          <a:lstStyle>
            <a:lvl1pPr algn="r" eaLnBrk="0" hangingPunct="0">
              <a:defRPr sz="1400">
                <a:solidFill>
                  <a:schemeClr val="bg1"/>
                </a:solidFill>
                <a:latin typeface="+mn-lt"/>
                <a:ea typeface="+mn-ea"/>
                <a:cs typeface="+mn-cs"/>
              </a:defRPr>
            </a:lvl1pPr>
          </a:lstStyle>
          <a:p>
            <a:fld id="{E9609CBC-7A11-4AC5-866B-7670BCEC6313}" type="datetimeFigureOut">
              <a:rPr lang="en-IN" smtClean="0"/>
              <a:t>08-11-2022</a:t>
            </a:fld>
            <a:endParaRPr lang="en-IN"/>
          </a:p>
        </p:txBody>
      </p:sp>
      <p:pic>
        <p:nvPicPr>
          <p:cNvPr id="1031" name="Picture 16"/>
          <p:cNvPicPr>
            <a:picLocks noChangeAspect="1" noChangeArrowheads="1"/>
          </p:cNvPicPr>
          <p:nvPr/>
        </p:nvPicPr>
        <p:blipFill>
          <a:blip r:embed="rId16" cstate="print"/>
          <a:srcRect/>
          <a:stretch>
            <a:fillRect/>
          </a:stretch>
        </p:blipFill>
        <p:spPr bwMode="auto">
          <a:xfrm>
            <a:off x="7733612" y="122458"/>
            <a:ext cx="1242805" cy="432955"/>
          </a:xfrm>
          <a:prstGeom prst="rect">
            <a:avLst/>
          </a:prstGeom>
          <a:noFill/>
          <a:ln w="9525">
            <a:noFill/>
            <a:miter lim="800000"/>
            <a:headEnd/>
            <a:tailEnd/>
          </a:ln>
        </p:spPr>
      </p:pic>
      <p:sp>
        <p:nvSpPr>
          <p:cNvPr id="115721" name="Text Box 9"/>
          <p:cNvSpPr txBox="1">
            <a:spLocks noChangeArrowheads="1"/>
          </p:cNvSpPr>
          <p:nvPr/>
        </p:nvSpPr>
        <p:spPr bwMode="auto">
          <a:xfrm rot="-5400000">
            <a:off x="-2074799" y="4425435"/>
            <a:ext cx="4517898" cy="369332"/>
          </a:xfrm>
          <a:prstGeom prst="rect">
            <a:avLst/>
          </a:prstGeom>
          <a:solidFill>
            <a:srgbClr val="004282"/>
          </a:solidFill>
          <a:ln w="9525" algn="ctr">
            <a:noFill/>
            <a:miter lim="800000"/>
            <a:headEnd/>
            <a:tailEnd/>
          </a:ln>
          <a:effectLst/>
        </p:spPr>
        <p:txBody>
          <a:bodyPr wrap="square">
            <a:spAutoFit/>
          </a:bodyPr>
          <a:lstStyle/>
          <a:p>
            <a:pPr algn="ctr">
              <a:spcBef>
                <a:spcPct val="50000"/>
              </a:spcBef>
              <a:defRPr/>
            </a:pPr>
            <a:r>
              <a:rPr lang="en-US" sz="1800" b="0">
                <a:solidFill>
                  <a:schemeClr val="bg1"/>
                </a:solidFill>
                <a:latin typeface="+mn-lt"/>
              </a:rPr>
              <a:t>GMR Institute of Technology</a:t>
            </a:r>
            <a:r>
              <a:rPr lang="en-US" sz="1800" b="0">
                <a:solidFill>
                  <a:schemeClr val="bg1"/>
                </a:solidFill>
                <a:latin typeface="Verdana" pitchFamily="34" charset="0"/>
              </a:rPr>
              <a:t> </a:t>
            </a:r>
          </a:p>
        </p:txBody>
      </p:sp>
      <p:sp>
        <p:nvSpPr>
          <p:cNvPr id="3" name="Slide Number Placeholder 2"/>
          <p:cNvSpPr>
            <a:spLocks noGrp="1"/>
          </p:cNvSpPr>
          <p:nvPr>
            <p:ph type="sldNum" sz="quarter" idx="4"/>
          </p:nvPr>
        </p:nvSpPr>
        <p:spPr>
          <a:xfrm>
            <a:off x="8547100" y="806450"/>
            <a:ext cx="482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4EB5E226-0E5F-498D-ACC4-1147483C5A33}" type="slidenum">
              <a:rPr lang="en-IN" smtClean="0"/>
              <a:t>‹#›</a:t>
            </a:fld>
            <a:endParaRPr lang="en-IN"/>
          </a:p>
        </p:txBody>
      </p:sp>
    </p:spTree>
    <p:extLst>
      <p:ext uri="{BB962C8B-B14F-4D97-AF65-F5344CB8AC3E}">
        <p14:creationId xmlns:p14="http://schemas.microsoft.com/office/powerpoint/2010/main" val="22418505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2pPr>
      <a:lvl3pPr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3pPr>
      <a:lvl4pPr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4pPr>
      <a:lvl5pPr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5pPr>
      <a:lvl6pPr marL="457189"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6pPr>
      <a:lvl7pPr marL="914377"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7pPr>
      <a:lvl8pPr marL="1371566"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8pPr>
      <a:lvl9pPr marL="1828754" algn="ctr" rtl="0" eaLnBrk="1" fontAlgn="base" hangingPunct="1">
        <a:spcBef>
          <a:spcPct val="0"/>
        </a:spcBef>
        <a:spcAft>
          <a:spcPct val="0"/>
        </a:spcAft>
        <a:defRPr sz="4400">
          <a:solidFill>
            <a:schemeClr val="tx2"/>
          </a:solidFill>
          <a:latin typeface="Arial" pitchFamily="34" charset="0"/>
          <a:ea typeface="ＭＳ Ｐゴシック"/>
          <a:cs typeface="ＭＳ Ｐゴシック"/>
        </a:defRPr>
      </a:lvl9pPr>
    </p:titleStyle>
    <p:bodyStyle>
      <a:lvl1pPr marL="342891" indent="-342891" algn="l" rtl="0" eaLnBrk="1" fontAlgn="base" hangingPunct="1">
        <a:spcBef>
          <a:spcPct val="20000"/>
        </a:spcBef>
        <a:spcAft>
          <a:spcPct val="0"/>
        </a:spcAft>
        <a:buChar char="•"/>
        <a:defRPr sz="3200">
          <a:solidFill>
            <a:schemeClr val="tx1"/>
          </a:solidFill>
          <a:latin typeface="+mn-lt"/>
          <a:ea typeface="+mn-ea"/>
          <a:cs typeface="+mn-cs"/>
        </a:defRPr>
      </a:lvl1pPr>
      <a:lvl2pPr marL="742932" indent="-285744" algn="l" rtl="0" eaLnBrk="1" fontAlgn="base" hangingPunct="1">
        <a:spcBef>
          <a:spcPct val="20000"/>
        </a:spcBef>
        <a:spcAft>
          <a:spcPct val="0"/>
        </a:spcAft>
        <a:buChar char="–"/>
        <a:defRPr sz="2800">
          <a:solidFill>
            <a:schemeClr val="tx1"/>
          </a:solidFill>
          <a:latin typeface="+mn-lt"/>
          <a:ea typeface="+mn-ea"/>
          <a:cs typeface="+mn-cs"/>
        </a:defRPr>
      </a:lvl2pPr>
      <a:lvl3pPr marL="1142971" indent="-228594" algn="l" rtl="0" eaLnBrk="1" fontAlgn="base" hangingPunct="1">
        <a:spcBef>
          <a:spcPct val="20000"/>
        </a:spcBef>
        <a:spcAft>
          <a:spcPct val="0"/>
        </a:spcAft>
        <a:buChar char="•"/>
        <a:defRPr sz="2400">
          <a:solidFill>
            <a:schemeClr val="tx1"/>
          </a:solidFill>
          <a:latin typeface="+mn-lt"/>
          <a:ea typeface="+mn-ea"/>
          <a:cs typeface="+mn-cs"/>
        </a:defRPr>
      </a:lvl3pPr>
      <a:lvl4pPr marL="1600160" indent="-228594" algn="l" rtl="0" eaLnBrk="1" fontAlgn="base" hangingPunct="1">
        <a:spcBef>
          <a:spcPct val="20000"/>
        </a:spcBef>
        <a:spcAft>
          <a:spcPct val="0"/>
        </a:spcAft>
        <a:buChar char="–"/>
        <a:defRPr sz="2000">
          <a:solidFill>
            <a:schemeClr val="tx1"/>
          </a:solidFill>
          <a:latin typeface="+mn-lt"/>
          <a:ea typeface="+mn-ea"/>
          <a:cs typeface="+mn-cs"/>
        </a:defRPr>
      </a:lvl4pPr>
      <a:lvl5pPr marL="2057349" indent="-228594" algn="l" rtl="0" eaLnBrk="1" fontAlgn="base" hangingPunct="1">
        <a:spcBef>
          <a:spcPct val="20000"/>
        </a:spcBef>
        <a:spcAft>
          <a:spcPct val="0"/>
        </a:spcAft>
        <a:buChar char="»"/>
        <a:defRPr sz="2000">
          <a:solidFill>
            <a:schemeClr val="tx1"/>
          </a:solidFill>
          <a:latin typeface="+mn-lt"/>
          <a:ea typeface="+mn-ea"/>
          <a:cs typeface="+mn-cs"/>
        </a:defRPr>
      </a:lvl5pPr>
      <a:lvl6pPr marL="2514537" indent="-228594" algn="l" rtl="0" eaLnBrk="1" fontAlgn="base" hangingPunct="1">
        <a:spcBef>
          <a:spcPct val="20000"/>
        </a:spcBef>
        <a:spcAft>
          <a:spcPct val="0"/>
        </a:spcAft>
        <a:buChar char="»"/>
        <a:defRPr sz="2000">
          <a:solidFill>
            <a:schemeClr val="tx1"/>
          </a:solidFill>
          <a:latin typeface="+mn-lt"/>
          <a:ea typeface="+mn-ea"/>
          <a:cs typeface="+mn-cs"/>
        </a:defRPr>
      </a:lvl6pPr>
      <a:lvl7pPr marL="2971726" indent="-228594" algn="l" rtl="0" eaLnBrk="1" fontAlgn="base" hangingPunct="1">
        <a:spcBef>
          <a:spcPct val="20000"/>
        </a:spcBef>
        <a:spcAft>
          <a:spcPct val="0"/>
        </a:spcAft>
        <a:buChar char="»"/>
        <a:defRPr sz="2000">
          <a:solidFill>
            <a:schemeClr val="tx1"/>
          </a:solidFill>
          <a:latin typeface="+mn-lt"/>
          <a:ea typeface="+mn-ea"/>
          <a:cs typeface="+mn-cs"/>
        </a:defRPr>
      </a:lvl7pPr>
      <a:lvl8pPr marL="3428914" indent="-228594" algn="l" rtl="0" eaLnBrk="1" fontAlgn="base" hangingPunct="1">
        <a:spcBef>
          <a:spcPct val="20000"/>
        </a:spcBef>
        <a:spcAft>
          <a:spcPct val="0"/>
        </a:spcAft>
        <a:buChar char="»"/>
        <a:defRPr sz="2000">
          <a:solidFill>
            <a:schemeClr val="tx1"/>
          </a:solidFill>
          <a:latin typeface="+mn-lt"/>
          <a:ea typeface="+mn-ea"/>
          <a:cs typeface="+mn-cs"/>
        </a:defRPr>
      </a:lvl8pPr>
      <a:lvl9pPr marL="3886103" indent="-228594" algn="l" rtl="0" eaLnBrk="1" fontAlgn="base" hangingPunct="1">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ChangeArrowheads="1"/>
          </p:cNvSpPr>
          <p:nvPr/>
        </p:nvSpPr>
        <p:spPr bwMode="auto">
          <a:xfrm>
            <a:off x="0" y="652463"/>
            <a:ext cx="457200" cy="5795962"/>
          </a:xfrm>
          <a:prstGeom prst="rect">
            <a:avLst/>
          </a:prstGeom>
          <a:solidFill>
            <a:srgbClr val="FF6600"/>
          </a:solidFill>
          <a:ln w="9525" algn="ctr">
            <a:noFill/>
            <a:miter lim="800000"/>
            <a:headEnd/>
            <a:tailEnd/>
          </a:ln>
          <a:effectLst/>
        </p:spPr>
        <p:txBody>
          <a:bodyPr wrap="none" anchor="ctr"/>
          <a:lstStyle/>
          <a:p>
            <a:pPr>
              <a:defRPr/>
            </a:pPr>
            <a:endParaRPr lang="en-US" sz="2400">
              <a:ea typeface="+mn-ea"/>
              <a:cs typeface="+mn-cs"/>
            </a:endParaRPr>
          </a:p>
        </p:txBody>
      </p:sp>
      <p:sp>
        <p:nvSpPr>
          <p:cNvPr id="110595" name="Line 3"/>
          <p:cNvSpPr>
            <a:spLocks noChangeShapeType="1"/>
          </p:cNvSpPr>
          <p:nvPr/>
        </p:nvSpPr>
        <p:spPr bwMode="auto">
          <a:xfrm>
            <a:off x="0" y="6457950"/>
            <a:ext cx="9144000" cy="0"/>
          </a:xfrm>
          <a:prstGeom prst="line">
            <a:avLst/>
          </a:prstGeom>
          <a:noFill/>
          <a:ln w="25400">
            <a:solidFill>
              <a:srgbClr val="B2B2B2"/>
            </a:solidFill>
            <a:round/>
            <a:headEnd/>
            <a:tailEnd/>
          </a:ln>
          <a:effectLst/>
        </p:spPr>
        <p:txBody>
          <a:bodyPr wrap="none" anchor="ctr"/>
          <a:lstStyle/>
          <a:p>
            <a:pPr>
              <a:defRPr/>
            </a:pPr>
            <a:endParaRPr lang="en-US" sz="2400">
              <a:ea typeface="+mn-ea"/>
              <a:cs typeface="+mn-cs"/>
            </a:endParaRPr>
          </a:p>
        </p:txBody>
      </p:sp>
      <p:sp>
        <p:nvSpPr>
          <p:cNvPr id="110596" name="Rectangle 4"/>
          <p:cNvSpPr>
            <a:spLocks noChangeArrowheads="1"/>
          </p:cNvSpPr>
          <p:nvPr/>
        </p:nvSpPr>
        <p:spPr bwMode="auto">
          <a:xfrm>
            <a:off x="0" y="609600"/>
            <a:ext cx="9144000" cy="46038"/>
          </a:xfrm>
          <a:prstGeom prst="rect">
            <a:avLst/>
          </a:prstGeom>
          <a:gradFill rotWithShape="1">
            <a:gsLst>
              <a:gs pos="0">
                <a:srgbClr val="E42314"/>
              </a:gs>
              <a:gs pos="50000">
                <a:srgbClr val="F08C12"/>
              </a:gs>
              <a:gs pos="100000">
                <a:srgbClr val="E42314"/>
              </a:gs>
            </a:gsLst>
            <a:lin ang="0" scaled="1"/>
          </a:gradFill>
          <a:ln w="9525">
            <a:noFill/>
            <a:miter lim="800000"/>
            <a:headEnd/>
            <a:tailEnd/>
          </a:ln>
          <a:effectLst/>
        </p:spPr>
        <p:txBody>
          <a:bodyPr wrap="none" anchor="ctr"/>
          <a:lstStyle/>
          <a:p>
            <a:pPr>
              <a:defRPr/>
            </a:pPr>
            <a:endParaRPr lang="en-US" sz="2400">
              <a:ea typeface="+mn-ea"/>
              <a:cs typeface="+mn-cs"/>
            </a:endParaRPr>
          </a:p>
        </p:txBody>
      </p:sp>
      <p:sp>
        <p:nvSpPr>
          <p:cNvPr id="110597" name="Text Box 5"/>
          <p:cNvSpPr txBox="1">
            <a:spLocks noChangeArrowheads="1"/>
          </p:cNvSpPr>
          <p:nvPr/>
        </p:nvSpPr>
        <p:spPr bwMode="auto">
          <a:xfrm rot="-5400000">
            <a:off x="-2667000" y="3503714"/>
            <a:ext cx="5791200" cy="307777"/>
          </a:xfrm>
          <a:prstGeom prst="rect">
            <a:avLst/>
          </a:prstGeom>
          <a:noFill/>
          <a:ln w="9525" algn="ctr">
            <a:noFill/>
            <a:miter lim="800000"/>
            <a:headEnd/>
            <a:tailEnd/>
          </a:ln>
          <a:effectLst/>
        </p:spPr>
        <p:txBody>
          <a:bodyPr>
            <a:spAutoFit/>
          </a:bodyPr>
          <a:lstStyle/>
          <a:p>
            <a:pPr algn="ctr">
              <a:spcBef>
                <a:spcPct val="50000"/>
              </a:spcBef>
              <a:defRPr/>
            </a:pPr>
            <a:r>
              <a:rPr lang="en-US" sz="1400" b="1">
                <a:solidFill>
                  <a:schemeClr val="bg1"/>
                </a:solidFill>
                <a:ea typeface="+mn-ea"/>
                <a:cs typeface="+mn-cs"/>
              </a:rPr>
              <a:t>Department of Mechanical Engineering</a:t>
            </a:r>
          </a:p>
        </p:txBody>
      </p:sp>
      <p:sp>
        <p:nvSpPr>
          <p:cNvPr id="110598" name="Rectangle 6"/>
          <p:cNvSpPr>
            <a:spLocks noChangeArrowheads="1"/>
          </p:cNvSpPr>
          <p:nvPr/>
        </p:nvSpPr>
        <p:spPr bwMode="auto">
          <a:xfrm>
            <a:off x="0" y="652463"/>
            <a:ext cx="457200" cy="5795962"/>
          </a:xfrm>
          <a:prstGeom prst="rect">
            <a:avLst/>
          </a:prstGeom>
          <a:solidFill>
            <a:srgbClr val="FF6600"/>
          </a:solidFill>
          <a:ln w="9525" algn="ctr">
            <a:noFill/>
            <a:miter lim="800000"/>
            <a:headEnd/>
            <a:tailEnd/>
          </a:ln>
          <a:effectLst/>
        </p:spPr>
        <p:txBody>
          <a:bodyPr wrap="none" anchor="ctr"/>
          <a:lstStyle/>
          <a:p>
            <a:pPr>
              <a:defRPr/>
            </a:pPr>
            <a:endParaRPr lang="en-US" sz="2400">
              <a:ea typeface="+mn-ea"/>
              <a:cs typeface="+mn-cs"/>
            </a:endParaRPr>
          </a:p>
        </p:txBody>
      </p:sp>
      <p:pic>
        <p:nvPicPr>
          <p:cNvPr id="2055" name="Picture 7" descr="GMR Logo"/>
          <p:cNvPicPr>
            <a:picLocks noChangeAspect="1" noChangeArrowheads="1"/>
          </p:cNvPicPr>
          <p:nvPr/>
        </p:nvPicPr>
        <p:blipFill>
          <a:blip r:embed="rId13" cstate="print"/>
          <a:srcRect/>
          <a:stretch>
            <a:fillRect/>
          </a:stretch>
        </p:blipFill>
        <p:spPr bwMode="auto">
          <a:xfrm>
            <a:off x="7924800" y="76200"/>
            <a:ext cx="1066800" cy="395288"/>
          </a:xfrm>
          <a:prstGeom prst="rect">
            <a:avLst/>
          </a:prstGeom>
          <a:noFill/>
          <a:ln w="9525">
            <a:noFill/>
            <a:miter lim="800000"/>
            <a:headEnd/>
            <a:tailEnd/>
          </a:ln>
        </p:spPr>
      </p:pic>
      <p:sp>
        <p:nvSpPr>
          <p:cNvPr id="110600" name="Text Box 8"/>
          <p:cNvSpPr txBox="1">
            <a:spLocks noChangeArrowheads="1"/>
          </p:cNvSpPr>
          <p:nvPr/>
        </p:nvSpPr>
        <p:spPr bwMode="auto">
          <a:xfrm>
            <a:off x="2133600" y="152402"/>
            <a:ext cx="1219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Humility</a:t>
            </a:r>
          </a:p>
        </p:txBody>
      </p:sp>
      <p:sp>
        <p:nvSpPr>
          <p:cNvPr id="110601" name="Text Box 9"/>
          <p:cNvSpPr txBox="1">
            <a:spLocks noChangeArrowheads="1"/>
          </p:cNvSpPr>
          <p:nvPr/>
        </p:nvSpPr>
        <p:spPr bwMode="auto">
          <a:xfrm>
            <a:off x="3657600" y="152402"/>
            <a:ext cx="1981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Entrepreneurship</a:t>
            </a:r>
          </a:p>
        </p:txBody>
      </p:sp>
      <p:sp>
        <p:nvSpPr>
          <p:cNvPr id="110602" name="Text Box 10"/>
          <p:cNvSpPr txBox="1">
            <a:spLocks noChangeArrowheads="1"/>
          </p:cNvSpPr>
          <p:nvPr/>
        </p:nvSpPr>
        <p:spPr bwMode="auto">
          <a:xfrm>
            <a:off x="5791200" y="152402"/>
            <a:ext cx="1981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Teamwork</a:t>
            </a:r>
          </a:p>
        </p:txBody>
      </p:sp>
      <p:sp>
        <p:nvSpPr>
          <p:cNvPr id="110603" name="Text Box 11"/>
          <p:cNvSpPr txBox="1">
            <a:spLocks noChangeArrowheads="1"/>
          </p:cNvSpPr>
          <p:nvPr/>
        </p:nvSpPr>
        <p:spPr bwMode="auto">
          <a:xfrm>
            <a:off x="2362200" y="6519865"/>
            <a:ext cx="1219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Learning</a:t>
            </a:r>
          </a:p>
        </p:txBody>
      </p:sp>
      <p:sp>
        <p:nvSpPr>
          <p:cNvPr id="110604" name="Text Box 12"/>
          <p:cNvSpPr txBox="1">
            <a:spLocks noChangeArrowheads="1"/>
          </p:cNvSpPr>
          <p:nvPr/>
        </p:nvSpPr>
        <p:spPr bwMode="auto">
          <a:xfrm>
            <a:off x="4343400" y="6519865"/>
            <a:ext cx="1981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Social Responsibility</a:t>
            </a:r>
          </a:p>
        </p:txBody>
      </p:sp>
      <p:sp>
        <p:nvSpPr>
          <p:cNvPr id="110605" name="Text Box 13"/>
          <p:cNvSpPr txBox="1">
            <a:spLocks noChangeArrowheads="1"/>
          </p:cNvSpPr>
          <p:nvPr/>
        </p:nvSpPr>
        <p:spPr bwMode="auto">
          <a:xfrm>
            <a:off x="7162800" y="6519865"/>
            <a:ext cx="19812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Respect for Individual</a:t>
            </a:r>
          </a:p>
        </p:txBody>
      </p:sp>
      <p:sp>
        <p:nvSpPr>
          <p:cNvPr id="110606" name="Text Box 14"/>
          <p:cNvSpPr txBox="1">
            <a:spLocks noChangeArrowheads="1"/>
          </p:cNvSpPr>
          <p:nvPr/>
        </p:nvSpPr>
        <p:spPr bwMode="auto">
          <a:xfrm>
            <a:off x="0" y="6515102"/>
            <a:ext cx="1828800" cy="307777"/>
          </a:xfrm>
          <a:prstGeom prst="rect">
            <a:avLst/>
          </a:prstGeom>
          <a:noFill/>
          <a:ln w="9525" algn="ctr">
            <a:noFill/>
            <a:miter lim="800000"/>
            <a:headEnd/>
            <a:tailEnd/>
          </a:ln>
          <a:effectLst/>
        </p:spPr>
        <p:txBody>
          <a:bodyPr>
            <a:spAutoFit/>
          </a:bodyPr>
          <a:lstStyle/>
          <a:p>
            <a:pPr algn="ctr">
              <a:spcBef>
                <a:spcPct val="50000"/>
              </a:spcBef>
              <a:defRPr/>
            </a:pPr>
            <a:r>
              <a:rPr lang="en-US" sz="1400" i="1">
                <a:solidFill>
                  <a:srgbClr val="4D4D4D"/>
                </a:solidFill>
                <a:latin typeface="Arial" charset="0"/>
                <a:ea typeface="+mn-ea"/>
                <a:cs typeface="+mn-cs"/>
              </a:rPr>
              <a:t>Deliver The Promise</a:t>
            </a:r>
          </a:p>
        </p:txBody>
      </p:sp>
      <p:sp>
        <p:nvSpPr>
          <p:cNvPr id="110607" name="Text Box 15"/>
          <p:cNvSpPr txBox="1">
            <a:spLocks noChangeArrowheads="1"/>
          </p:cNvSpPr>
          <p:nvPr/>
        </p:nvSpPr>
        <p:spPr bwMode="auto">
          <a:xfrm rot="-5400000">
            <a:off x="-2682875" y="3412124"/>
            <a:ext cx="5791200" cy="338554"/>
          </a:xfrm>
          <a:prstGeom prst="rect">
            <a:avLst/>
          </a:prstGeom>
          <a:noFill/>
          <a:ln w="9525" algn="ctr">
            <a:noFill/>
            <a:miter lim="800000"/>
            <a:headEnd/>
            <a:tailEnd/>
          </a:ln>
          <a:effectLst/>
        </p:spPr>
        <p:txBody>
          <a:bodyPr>
            <a:spAutoFit/>
          </a:bodyPr>
          <a:lstStyle/>
          <a:p>
            <a:pPr algn="ctr">
              <a:spcBef>
                <a:spcPct val="50000"/>
              </a:spcBef>
              <a:defRPr/>
            </a:pPr>
            <a:r>
              <a:rPr lang="en-US" sz="1600" b="1" dirty="0">
                <a:solidFill>
                  <a:schemeClr val="bg1"/>
                </a:solidFill>
                <a:latin typeface="Verdana" pitchFamily="34" charset="0"/>
                <a:ea typeface="+mn-ea"/>
                <a:cs typeface="+mn-cs"/>
              </a:rPr>
              <a:t>GMR Institute of Technology, Rajam</a:t>
            </a:r>
          </a:p>
        </p:txBody>
      </p:sp>
      <p:pic>
        <p:nvPicPr>
          <p:cNvPr id="2064" name="Picture 16"/>
          <p:cNvPicPr>
            <a:picLocks noChangeAspect="1" noChangeArrowheads="1"/>
          </p:cNvPicPr>
          <p:nvPr/>
        </p:nvPicPr>
        <p:blipFill>
          <a:blip r:embed="rId14" cstate="print"/>
          <a:srcRect/>
          <a:stretch>
            <a:fillRect/>
          </a:stretch>
        </p:blipFill>
        <p:spPr bwMode="auto">
          <a:xfrm>
            <a:off x="2" y="4"/>
            <a:ext cx="1654175" cy="576263"/>
          </a:xfrm>
          <a:prstGeom prst="rect">
            <a:avLst/>
          </a:prstGeom>
          <a:noFill/>
          <a:ln w="9525">
            <a:noFill/>
            <a:miter lim="800000"/>
            <a:headEnd/>
            <a:tailEnd/>
          </a:ln>
        </p:spPr>
      </p:pic>
      <p:sp>
        <p:nvSpPr>
          <p:cNvPr id="290863" name="Rectangle 47"/>
          <p:cNvSpPr>
            <a:spLocks noGrp="1" noChangeArrowheads="1"/>
          </p:cNvSpPr>
          <p:nvPr>
            <p:ph type="sldNum" sz="quarter" idx="4"/>
          </p:nvPr>
        </p:nvSpPr>
        <p:spPr bwMode="auto">
          <a:xfrm>
            <a:off x="7924800" y="6586538"/>
            <a:ext cx="1219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i="1">
                <a:solidFill>
                  <a:schemeClr val="tx1"/>
                </a:solidFill>
                <a:ea typeface="+mn-ea"/>
                <a:cs typeface="+mn-cs"/>
              </a:defRPr>
            </a:lvl1pPr>
          </a:lstStyle>
          <a:p>
            <a:pPr>
              <a:defRPr/>
            </a:pPr>
            <a:fld id="{C9DA4647-D6BA-4DF1-A77A-751DA1F08E30}" type="slidenum">
              <a:rPr lang="en-IN"/>
              <a:pPr>
                <a:defRPr/>
              </a:pPr>
              <a:t>‹#›</a:t>
            </a:fld>
            <a:endParaRPr lang="en-IN"/>
          </a:p>
        </p:txBody>
      </p:sp>
      <p:sp>
        <p:nvSpPr>
          <p:cNvPr id="290865" name="Rectangle 49"/>
          <p:cNvSpPr>
            <a:spLocks noGrp="1" noChangeArrowheads="1"/>
          </p:cNvSpPr>
          <p:nvPr>
            <p:ph type="dt" sz="half" idx="2"/>
          </p:nvPr>
        </p:nvSpPr>
        <p:spPr bwMode="auto">
          <a:xfrm>
            <a:off x="200025" y="6453188"/>
            <a:ext cx="137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i="1">
                <a:solidFill>
                  <a:schemeClr val="tx1"/>
                </a:solidFill>
                <a:ea typeface="+mn-ea"/>
                <a:cs typeface="+mn-cs"/>
              </a:defRPr>
            </a:lvl1pPr>
          </a:lstStyle>
          <a:p>
            <a:pPr>
              <a:defRPr/>
            </a:pPr>
            <a:fld id="{002C7B4F-9174-4207-8116-7C93C7294B96}" type="datetime5">
              <a:rPr lang="en-US"/>
              <a:pPr>
                <a:defRPr/>
              </a:pPr>
              <a:t>8-Nov-22</a:t>
            </a:fld>
            <a:endParaRPr lang="en-US"/>
          </a:p>
        </p:txBody>
      </p:sp>
    </p:spTree>
    <p:extLst>
      <p:ext uri="{BB962C8B-B14F-4D97-AF65-F5344CB8AC3E}">
        <p14:creationId xmlns:p14="http://schemas.microsoft.com/office/powerpoint/2010/main" val="259886443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itchFamily="34" charset="0"/>
        </a:defRPr>
      </a:lvl2pPr>
      <a:lvl3pPr algn="ctr" rtl="0" eaLnBrk="1" fontAlgn="base" hangingPunct="1">
        <a:spcBef>
          <a:spcPct val="0"/>
        </a:spcBef>
        <a:spcAft>
          <a:spcPct val="0"/>
        </a:spcAft>
        <a:defRPr sz="4400">
          <a:solidFill>
            <a:schemeClr val="tx2"/>
          </a:solidFill>
          <a:latin typeface="Arial" pitchFamily="34" charset="0"/>
        </a:defRPr>
      </a:lvl3pPr>
      <a:lvl4pPr algn="ctr" rtl="0" eaLnBrk="1" fontAlgn="base" hangingPunct="1">
        <a:spcBef>
          <a:spcPct val="0"/>
        </a:spcBef>
        <a:spcAft>
          <a:spcPct val="0"/>
        </a:spcAft>
        <a:defRPr sz="4400">
          <a:solidFill>
            <a:schemeClr val="tx2"/>
          </a:solidFill>
          <a:latin typeface="Arial" pitchFamily="34" charset="0"/>
        </a:defRPr>
      </a:lvl4pPr>
      <a:lvl5pPr algn="ctr" rtl="0" eaLnBrk="1" fontAlgn="base" hangingPunct="1">
        <a:spcBef>
          <a:spcPct val="0"/>
        </a:spcBef>
        <a:spcAft>
          <a:spcPct val="0"/>
        </a:spcAft>
        <a:defRPr sz="4400">
          <a:solidFill>
            <a:schemeClr val="tx2"/>
          </a:solidFill>
          <a:latin typeface="Arial" pitchFamily="34" charset="0"/>
        </a:defRPr>
      </a:lvl5pPr>
      <a:lvl6pPr marL="457189" algn="ctr" rtl="0" eaLnBrk="1" fontAlgn="base" hangingPunct="1">
        <a:spcBef>
          <a:spcPct val="0"/>
        </a:spcBef>
        <a:spcAft>
          <a:spcPct val="0"/>
        </a:spcAft>
        <a:defRPr sz="4400">
          <a:solidFill>
            <a:schemeClr val="tx2"/>
          </a:solidFill>
          <a:latin typeface="Arial" pitchFamily="34" charset="0"/>
        </a:defRPr>
      </a:lvl6pPr>
      <a:lvl7pPr marL="914377" algn="ctr" rtl="0" eaLnBrk="1" fontAlgn="base" hangingPunct="1">
        <a:spcBef>
          <a:spcPct val="0"/>
        </a:spcBef>
        <a:spcAft>
          <a:spcPct val="0"/>
        </a:spcAft>
        <a:defRPr sz="4400">
          <a:solidFill>
            <a:schemeClr val="tx2"/>
          </a:solidFill>
          <a:latin typeface="Arial" pitchFamily="34" charset="0"/>
        </a:defRPr>
      </a:lvl7pPr>
      <a:lvl8pPr marL="1371566" algn="ctr" rtl="0" eaLnBrk="1" fontAlgn="base" hangingPunct="1">
        <a:spcBef>
          <a:spcPct val="0"/>
        </a:spcBef>
        <a:spcAft>
          <a:spcPct val="0"/>
        </a:spcAft>
        <a:defRPr sz="4400">
          <a:solidFill>
            <a:schemeClr val="tx2"/>
          </a:solidFill>
          <a:latin typeface="Arial" pitchFamily="34" charset="0"/>
        </a:defRPr>
      </a:lvl8pPr>
      <a:lvl9pPr marL="1828754" algn="ctr" rtl="0" eaLnBrk="1" fontAlgn="base" hangingPunct="1">
        <a:spcBef>
          <a:spcPct val="0"/>
        </a:spcBef>
        <a:spcAft>
          <a:spcPct val="0"/>
        </a:spcAft>
        <a:defRPr sz="4400">
          <a:solidFill>
            <a:schemeClr val="tx2"/>
          </a:solidFill>
          <a:latin typeface="Arial" pitchFamily="34" charset="0"/>
        </a:defRPr>
      </a:lvl9pPr>
    </p:titleStyle>
    <p:bodyStyle>
      <a:lvl1pPr marL="342891" indent="-342891" algn="l" rtl="0" eaLnBrk="1" fontAlgn="base" hangingPunct="1">
        <a:spcBef>
          <a:spcPct val="20000"/>
        </a:spcBef>
        <a:spcAft>
          <a:spcPct val="0"/>
        </a:spcAft>
        <a:buChar char="•"/>
        <a:defRPr sz="3200">
          <a:solidFill>
            <a:schemeClr val="tx1"/>
          </a:solidFill>
          <a:latin typeface="+mn-lt"/>
          <a:ea typeface="+mn-ea"/>
          <a:cs typeface="+mn-cs"/>
        </a:defRPr>
      </a:lvl1pPr>
      <a:lvl2pPr marL="742932" indent="-285744" algn="l" rtl="0" eaLnBrk="1" fontAlgn="base" hangingPunct="1">
        <a:spcBef>
          <a:spcPct val="20000"/>
        </a:spcBef>
        <a:spcAft>
          <a:spcPct val="0"/>
        </a:spcAft>
        <a:buChar char="–"/>
        <a:defRPr sz="2800">
          <a:solidFill>
            <a:schemeClr val="tx1"/>
          </a:solidFill>
          <a:latin typeface="+mn-lt"/>
        </a:defRPr>
      </a:lvl2pPr>
      <a:lvl3pPr marL="1142971" indent="-228594" algn="l" rtl="0" eaLnBrk="1" fontAlgn="base" hangingPunct="1">
        <a:spcBef>
          <a:spcPct val="20000"/>
        </a:spcBef>
        <a:spcAft>
          <a:spcPct val="0"/>
        </a:spcAft>
        <a:buChar char="•"/>
        <a:defRPr sz="2400">
          <a:solidFill>
            <a:schemeClr val="tx1"/>
          </a:solidFill>
          <a:latin typeface="+mn-lt"/>
        </a:defRPr>
      </a:lvl3pPr>
      <a:lvl4pPr marL="1600160" indent="-228594" algn="l" rtl="0" eaLnBrk="1" fontAlgn="base" hangingPunct="1">
        <a:spcBef>
          <a:spcPct val="20000"/>
        </a:spcBef>
        <a:spcAft>
          <a:spcPct val="0"/>
        </a:spcAft>
        <a:buChar char="–"/>
        <a:defRPr sz="2000">
          <a:solidFill>
            <a:schemeClr val="tx1"/>
          </a:solidFill>
          <a:latin typeface="+mn-lt"/>
        </a:defRPr>
      </a:lvl4pPr>
      <a:lvl5pPr marL="2057349" indent="-228594" algn="l" rtl="0" eaLnBrk="1" fontAlgn="base" hangingPunct="1">
        <a:spcBef>
          <a:spcPct val="20000"/>
        </a:spcBef>
        <a:spcAft>
          <a:spcPct val="0"/>
        </a:spcAft>
        <a:buChar char="»"/>
        <a:defRPr sz="2000">
          <a:solidFill>
            <a:schemeClr val="tx1"/>
          </a:solidFill>
          <a:latin typeface="+mn-lt"/>
        </a:defRPr>
      </a:lvl5pPr>
      <a:lvl6pPr marL="2514537" indent="-228594" algn="l" rtl="0" eaLnBrk="1" fontAlgn="base" hangingPunct="1">
        <a:spcBef>
          <a:spcPct val="20000"/>
        </a:spcBef>
        <a:spcAft>
          <a:spcPct val="0"/>
        </a:spcAft>
        <a:buChar char="»"/>
        <a:defRPr sz="2000">
          <a:solidFill>
            <a:schemeClr val="tx1"/>
          </a:solidFill>
          <a:latin typeface="+mn-lt"/>
        </a:defRPr>
      </a:lvl6pPr>
      <a:lvl7pPr marL="2971726" indent="-228594" algn="l" rtl="0" eaLnBrk="1" fontAlgn="base" hangingPunct="1">
        <a:spcBef>
          <a:spcPct val="20000"/>
        </a:spcBef>
        <a:spcAft>
          <a:spcPct val="0"/>
        </a:spcAft>
        <a:buChar char="»"/>
        <a:defRPr sz="2000">
          <a:solidFill>
            <a:schemeClr val="tx1"/>
          </a:solidFill>
          <a:latin typeface="+mn-lt"/>
        </a:defRPr>
      </a:lvl7pPr>
      <a:lvl8pPr marL="3428914" indent="-228594" algn="l" rtl="0" eaLnBrk="1" fontAlgn="base" hangingPunct="1">
        <a:spcBef>
          <a:spcPct val="20000"/>
        </a:spcBef>
        <a:spcAft>
          <a:spcPct val="0"/>
        </a:spcAft>
        <a:buChar char="»"/>
        <a:defRPr sz="2000">
          <a:solidFill>
            <a:schemeClr val="tx1"/>
          </a:solidFill>
          <a:latin typeface="+mn-lt"/>
        </a:defRPr>
      </a:lvl8pPr>
      <a:lvl9pPr marL="3886103" indent="-228594"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Text Placeholder 2"/>
          <p:cNvSpPr>
            <a:spLocks noGrp="1"/>
          </p:cNvSpPr>
          <p:nvPr>
            <p:ph type="body" idx="1"/>
          </p:nvPr>
        </p:nvSpPr>
        <p:spPr bwMode="auto">
          <a:xfrm>
            <a:off x="457200" y="1600204"/>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Rectangle 2"/>
          <p:cNvSpPr>
            <a:spLocks noGrp="1" noChangeArrowheads="1"/>
          </p:cNvSpPr>
          <p:nvPr>
            <p:ph type="dt" sz="half" idx="2"/>
          </p:nvPr>
        </p:nvSpPr>
        <p:spPr>
          <a:xfrm>
            <a:off x="457200" y="6356354"/>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ea typeface="+mn-ea"/>
                <a:cs typeface="+mn-cs"/>
              </a:defRPr>
            </a:lvl1pPr>
          </a:lstStyle>
          <a:p>
            <a:pPr>
              <a:defRPr/>
            </a:pPr>
            <a:fld id="{CAAB658B-48FF-47F0-9EEF-8394CD8AA35F}" type="datetime5">
              <a:rPr lang="en-US"/>
              <a:pPr>
                <a:defRPr/>
              </a:pPr>
              <a:t>8-Nov-22</a:t>
            </a:fld>
            <a:endParaRPr lang="en-US"/>
          </a:p>
        </p:txBody>
      </p:sp>
      <p:sp>
        <p:nvSpPr>
          <p:cNvPr id="10" name="Rectangle 3"/>
          <p:cNvSpPr>
            <a:spLocks noGrp="1" noChangeArrowheads="1"/>
          </p:cNvSpPr>
          <p:nvPr>
            <p:ph type="ftr" sz="quarter" idx="3"/>
          </p:nvPr>
        </p:nvSpPr>
        <p:spPr>
          <a:xfrm>
            <a:off x="3124200" y="6356354"/>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defRPr>
            </a:lvl1pPr>
          </a:lstStyle>
          <a:p>
            <a:pPr>
              <a:defRPr/>
            </a:pPr>
            <a:endParaRPr lang="en-US"/>
          </a:p>
        </p:txBody>
      </p:sp>
      <p:sp>
        <p:nvSpPr>
          <p:cNvPr id="11" name="Rectangle 4"/>
          <p:cNvSpPr>
            <a:spLocks noGrp="1" noChangeArrowheads="1"/>
          </p:cNvSpPr>
          <p:nvPr>
            <p:ph type="sldNum" sz="quarter" idx="4"/>
          </p:nvPr>
        </p:nvSpPr>
        <p:spPr>
          <a:xfrm>
            <a:off x="6553200" y="6356354"/>
            <a:ext cx="2133600" cy="365125"/>
          </a:xfrm>
          <a:prstGeom prst="rect">
            <a:avLst/>
          </a:prstGeom>
        </p:spPr>
        <p:txBody>
          <a:bodyPr vert="horz" lIns="91440" tIns="45720" rIns="91440" bIns="45720" rtlCol="0" anchor="ctr"/>
          <a:lstStyle>
            <a:lvl1pPr algn="r">
              <a:defRPr sz="1200">
                <a:solidFill>
                  <a:schemeClr val="tx1">
                    <a:tint val="75000"/>
                  </a:schemeClr>
                </a:solidFill>
                <a:ea typeface="+mn-ea"/>
                <a:cs typeface="+mn-cs"/>
              </a:defRPr>
            </a:lvl1pPr>
          </a:lstStyle>
          <a:p>
            <a:pPr>
              <a:defRPr/>
            </a:pPr>
            <a:fld id="{F66BD97F-BD6B-4E71-B192-32CF7A21AF36}" type="slidenum">
              <a:rPr lang="en-US"/>
              <a:pPr>
                <a:defRPr/>
              </a:pPr>
              <a:t>‹#›</a:t>
            </a:fld>
            <a:endParaRPr lang="en-US"/>
          </a:p>
        </p:txBody>
      </p:sp>
    </p:spTree>
    <p:extLst>
      <p:ext uri="{BB962C8B-B14F-4D97-AF65-F5344CB8AC3E}">
        <p14:creationId xmlns:p14="http://schemas.microsoft.com/office/powerpoint/2010/main" val="92323170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Lst>
  <p:hf hdr="0" ftr="0"/>
  <p:txStyles>
    <p:titleStyle>
      <a:lvl1pPr algn="ctr" rtl="0" eaLnBrk="1" fontAlgn="base" hangingPunct="1">
        <a:spcBef>
          <a:spcPct val="0"/>
        </a:spcBef>
        <a:spcAft>
          <a:spcPct val="0"/>
        </a:spcAft>
        <a:defRPr sz="4400" kern="1200">
          <a:solidFill>
            <a:schemeClr val="tx1"/>
          </a:solidFill>
          <a:latin typeface="Arial" pitchFamily="34" charset="0"/>
          <a:ea typeface="+mj-ea"/>
          <a:cs typeface="+mj-cs"/>
        </a:defRPr>
      </a:lvl1pPr>
      <a:lvl2pPr algn="ctr" rtl="0" eaLnBrk="1" fontAlgn="base" hangingPunct="1">
        <a:spcBef>
          <a:spcPct val="0"/>
        </a:spcBef>
        <a:spcAft>
          <a:spcPct val="0"/>
        </a:spcAft>
        <a:defRPr sz="4400">
          <a:solidFill>
            <a:schemeClr val="tx1"/>
          </a:solidFill>
          <a:latin typeface="Arial" pitchFamily="34" charset="0"/>
        </a:defRPr>
      </a:lvl2pPr>
      <a:lvl3pPr algn="ctr" rtl="0" eaLnBrk="1" fontAlgn="base" hangingPunct="1">
        <a:spcBef>
          <a:spcPct val="0"/>
        </a:spcBef>
        <a:spcAft>
          <a:spcPct val="0"/>
        </a:spcAft>
        <a:defRPr sz="4400">
          <a:solidFill>
            <a:schemeClr val="tx1"/>
          </a:solidFill>
          <a:latin typeface="Arial" pitchFamily="34" charset="0"/>
        </a:defRPr>
      </a:lvl3pPr>
      <a:lvl4pPr algn="ctr" rtl="0" eaLnBrk="1" fontAlgn="base" hangingPunct="1">
        <a:spcBef>
          <a:spcPct val="0"/>
        </a:spcBef>
        <a:spcAft>
          <a:spcPct val="0"/>
        </a:spcAft>
        <a:defRPr sz="4400">
          <a:solidFill>
            <a:schemeClr val="tx1"/>
          </a:solidFill>
          <a:latin typeface="Arial" pitchFamily="34" charset="0"/>
        </a:defRPr>
      </a:lvl4pPr>
      <a:lvl5pPr algn="ctr" rtl="0" eaLnBrk="1" fontAlgn="base" hangingPunct="1">
        <a:spcBef>
          <a:spcPct val="0"/>
        </a:spcBef>
        <a:spcAft>
          <a:spcPct val="0"/>
        </a:spcAft>
        <a:defRPr sz="4400">
          <a:solidFill>
            <a:schemeClr val="tx1"/>
          </a:solidFill>
          <a:latin typeface="Arial" pitchFamily="34" charset="0"/>
        </a:defRPr>
      </a:lvl5pPr>
      <a:lvl6pPr marL="457189" algn="ctr" rtl="0" eaLnBrk="1" fontAlgn="base" hangingPunct="1">
        <a:spcBef>
          <a:spcPct val="0"/>
        </a:spcBef>
        <a:spcAft>
          <a:spcPct val="0"/>
        </a:spcAft>
        <a:defRPr sz="4400">
          <a:solidFill>
            <a:schemeClr val="tx1"/>
          </a:solidFill>
          <a:latin typeface="Calibri" pitchFamily="34" charset="0"/>
        </a:defRPr>
      </a:lvl6pPr>
      <a:lvl7pPr marL="914377" algn="ctr" rtl="0" eaLnBrk="1" fontAlgn="base" hangingPunct="1">
        <a:spcBef>
          <a:spcPct val="0"/>
        </a:spcBef>
        <a:spcAft>
          <a:spcPct val="0"/>
        </a:spcAft>
        <a:defRPr sz="4400">
          <a:solidFill>
            <a:schemeClr val="tx1"/>
          </a:solidFill>
          <a:latin typeface="Calibri" pitchFamily="34" charset="0"/>
        </a:defRPr>
      </a:lvl7pPr>
      <a:lvl8pPr marL="1371566" algn="ctr" rtl="0" eaLnBrk="1" fontAlgn="base" hangingPunct="1">
        <a:spcBef>
          <a:spcPct val="0"/>
        </a:spcBef>
        <a:spcAft>
          <a:spcPct val="0"/>
        </a:spcAft>
        <a:defRPr sz="4400">
          <a:solidFill>
            <a:schemeClr val="tx1"/>
          </a:solidFill>
          <a:latin typeface="Calibri" pitchFamily="34" charset="0"/>
        </a:defRPr>
      </a:lvl8pPr>
      <a:lvl9pPr marL="1828754" algn="ctr" rtl="0" eaLnBrk="1" fontAlgn="base" hangingPunct="1">
        <a:spcBef>
          <a:spcPct val="0"/>
        </a:spcBef>
        <a:spcAft>
          <a:spcPct val="0"/>
        </a:spcAft>
        <a:defRPr sz="4400">
          <a:solidFill>
            <a:schemeClr val="tx1"/>
          </a:solidFill>
          <a:latin typeface="Calibri" pitchFamily="34" charset="0"/>
        </a:defRPr>
      </a:lvl9pPr>
    </p:titleStyle>
    <p:bodyStyle>
      <a:lvl1pPr marL="342891" indent="-342891" algn="l" rtl="0" eaLnBrk="1" fontAlgn="base" hangingPunct="1">
        <a:spcBef>
          <a:spcPct val="20000"/>
        </a:spcBef>
        <a:spcAft>
          <a:spcPct val="0"/>
        </a:spcAft>
        <a:buFont typeface="Arial" pitchFamily="34" charset="0"/>
        <a:buChar char="•"/>
        <a:defRPr sz="3200" kern="1200">
          <a:solidFill>
            <a:schemeClr val="tx1"/>
          </a:solidFill>
          <a:latin typeface="Arial" pitchFamily="34" charset="0"/>
          <a:ea typeface="+mn-ea"/>
          <a:cs typeface="+mn-cs"/>
        </a:defRPr>
      </a:lvl1pPr>
      <a:lvl2pPr marL="742932" indent="-285744" algn="l" rtl="0" eaLnBrk="1" fontAlgn="base" hangingPunct="1">
        <a:spcBef>
          <a:spcPct val="20000"/>
        </a:spcBef>
        <a:spcAft>
          <a:spcPct val="0"/>
        </a:spcAft>
        <a:buFont typeface="Arial" pitchFamily="34" charset="0"/>
        <a:buChar char="–"/>
        <a:defRPr sz="2800" kern="1200">
          <a:solidFill>
            <a:schemeClr val="tx1"/>
          </a:solidFill>
          <a:latin typeface="Arial" pitchFamily="34" charset="0"/>
          <a:ea typeface="+mn-ea"/>
          <a:cs typeface="+mn-cs"/>
        </a:defRPr>
      </a:lvl2pPr>
      <a:lvl3pPr marL="1142971" indent="-228594" algn="l" rtl="0" eaLnBrk="1" fontAlgn="base" hangingPunct="1">
        <a:spcBef>
          <a:spcPct val="20000"/>
        </a:spcBef>
        <a:spcAft>
          <a:spcPct val="0"/>
        </a:spcAft>
        <a:buFont typeface="Arial" pitchFamily="34" charset="0"/>
        <a:buChar char="•"/>
        <a:defRPr sz="2400" kern="1200">
          <a:solidFill>
            <a:schemeClr val="tx1"/>
          </a:solidFill>
          <a:latin typeface="Arial" pitchFamily="34" charset="0"/>
          <a:ea typeface="+mn-ea"/>
          <a:cs typeface="+mn-cs"/>
        </a:defRPr>
      </a:lvl3pPr>
      <a:lvl4pPr marL="1600160" indent="-228594" algn="l" rtl="0" eaLnBrk="1" fontAlgn="base" hangingPunct="1">
        <a:spcBef>
          <a:spcPct val="20000"/>
        </a:spcBef>
        <a:spcAft>
          <a:spcPct val="0"/>
        </a:spcAft>
        <a:buFont typeface="Arial" pitchFamily="34" charset="0"/>
        <a:buChar char="–"/>
        <a:defRPr sz="2000" kern="1200">
          <a:solidFill>
            <a:schemeClr val="tx1"/>
          </a:solidFill>
          <a:latin typeface="Arial" pitchFamily="34" charset="0"/>
          <a:ea typeface="+mn-ea"/>
          <a:cs typeface="+mn-cs"/>
        </a:defRPr>
      </a:lvl4pPr>
      <a:lvl5pPr marL="2057349" indent="-228594" algn="l" rtl="0" eaLnBrk="1" fontAlgn="base" hangingPunct="1">
        <a:spcBef>
          <a:spcPct val="20000"/>
        </a:spcBef>
        <a:spcAft>
          <a:spcPct val="0"/>
        </a:spcAft>
        <a:buFont typeface="Arial" pitchFamily="34" charset="0"/>
        <a:buChar char="»"/>
        <a:defRPr sz="2000" kern="1200">
          <a:solidFill>
            <a:schemeClr val="tx1"/>
          </a:solidFill>
          <a:latin typeface="Arial" pitchFamily="34" charset="0"/>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jfi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
          <p:cNvSpPr>
            <a:spLocks noGrp="1" noChangeArrowheads="1"/>
          </p:cNvSpPr>
          <p:nvPr>
            <p:ph type="dt" sz="half" idx="10"/>
          </p:nvPr>
        </p:nvSpPr>
        <p:spPr>
          <a:xfrm>
            <a:off x="0" y="952499"/>
            <a:ext cx="381000" cy="1247003"/>
          </a:xfrm>
        </p:spPr>
        <p:txBody>
          <a:bodyPr/>
          <a:lstStyle/>
          <a:p>
            <a:pPr>
              <a:defRPr/>
            </a:pPr>
            <a:fld id="{26C00169-2767-40E7-9850-643C50CC1986}" type="datetime5">
              <a:rPr lang="en-US" smtClean="0">
                <a:latin typeface="Times New Roman" panose="02020603050405020304" pitchFamily="18" charset="0"/>
                <a:cs typeface="Times New Roman" panose="02020603050405020304" pitchFamily="18" charset="0"/>
              </a:rPr>
              <a:pPr>
                <a:defRPr/>
              </a:pPr>
              <a:t>8-Nov-22</a:t>
            </a:fld>
            <a:r>
              <a:rPr lang="en-US">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12" name="Rectangle 6"/>
          <p:cNvSpPr>
            <a:spLocks noGrp="1" noChangeArrowheads="1"/>
          </p:cNvSpPr>
          <p:nvPr>
            <p:ph type="sldNum" sz="quarter" idx="12"/>
          </p:nvPr>
        </p:nvSpPr>
        <p:spPr/>
        <p:txBody>
          <a:bodyPr/>
          <a:lstStyle/>
          <a:p>
            <a:pPr>
              <a:defRPr/>
            </a:pPr>
            <a:fld id="{FCF16305-E377-4E4A-8DEA-0637001F9B75}" type="slidenum">
              <a:rPr lang="en-US"/>
              <a:pPr>
                <a:defRPr/>
              </a:pPr>
              <a:t>1</a:t>
            </a:fld>
            <a:endParaRPr lang="en-US" dirty="0"/>
          </a:p>
        </p:txBody>
      </p:sp>
      <p:sp>
        <p:nvSpPr>
          <p:cNvPr id="8" name="Date Placeholder 1"/>
          <p:cNvSpPr txBox="1">
            <a:spLocks noGrp="1"/>
          </p:cNvSpPr>
          <p:nvPr/>
        </p:nvSpPr>
        <p:spPr bwMode="auto">
          <a:xfrm>
            <a:off x="485775" y="6515100"/>
            <a:ext cx="1905000" cy="457200"/>
          </a:xfrm>
          <a:prstGeom prst="rect">
            <a:avLst/>
          </a:prstGeom>
          <a:noFill/>
          <a:ln>
            <a:miter lim="800000"/>
            <a:headEnd/>
            <a:tailEnd/>
          </a:ln>
        </p:spPr>
        <p:txBody>
          <a:bodyPr/>
          <a:lstStyle/>
          <a:p>
            <a:pPr eaLnBrk="0" hangingPunct="0">
              <a:defRPr/>
            </a:pPr>
            <a:fld id="{0BB7D5F5-0A21-4911-A5AE-A96CE83F90B6}" type="datetime5">
              <a:rPr lang="en-US" sz="1400"/>
              <a:pPr eaLnBrk="0" hangingPunct="0">
                <a:defRPr/>
              </a:pPr>
              <a:t>8-Nov-22</a:t>
            </a:fld>
            <a:endParaRPr lang="en-US" sz="1400" dirty="0"/>
          </a:p>
        </p:txBody>
      </p:sp>
      <p:sp>
        <p:nvSpPr>
          <p:cNvPr id="10" name="Slide Number Placeholder 3"/>
          <p:cNvSpPr txBox="1">
            <a:spLocks noGrp="1"/>
          </p:cNvSpPr>
          <p:nvPr/>
        </p:nvSpPr>
        <p:spPr bwMode="auto">
          <a:xfrm>
            <a:off x="7239000" y="6415091"/>
            <a:ext cx="1905000" cy="314325"/>
          </a:xfrm>
          <a:prstGeom prst="rect">
            <a:avLst/>
          </a:prstGeom>
          <a:noFill/>
          <a:ln>
            <a:miter lim="800000"/>
            <a:headEnd/>
            <a:tailEnd/>
          </a:ln>
        </p:spPr>
        <p:txBody>
          <a:bodyPr/>
          <a:lstStyle/>
          <a:p>
            <a:pPr algn="r" eaLnBrk="0" hangingPunct="0">
              <a:defRPr/>
            </a:pPr>
            <a:fld id="{056E73CB-34FA-445C-917D-1D0218594425}" type="slidenum">
              <a:rPr lang="en-US" sz="1400"/>
              <a:pPr algn="r" eaLnBrk="0" hangingPunct="0">
                <a:defRPr/>
              </a:pPr>
              <a:t>1</a:t>
            </a:fld>
            <a:endParaRPr lang="en-US" sz="1400" dirty="0"/>
          </a:p>
        </p:txBody>
      </p:sp>
      <p:sp>
        <p:nvSpPr>
          <p:cNvPr id="5126" name="Slide Number Placeholder 1"/>
          <p:cNvSpPr txBox="1">
            <a:spLocks noGrp="1"/>
          </p:cNvSpPr>
          <p:nvPr/>
        </p:nvSpPr>
        <p:spPr bwMode="auto">
          <a:xfrm>
            <a:off x="7924800" y="6172201"/>
            <a:ext cx="1219200" cy="476251"/>
          </a:xfrm>
          <a:prstGeom prst="rect">
            <a:avLst/>
          </a:prstGeom>
          <a:noFill/>
          <a:ln w="9525">
            <a:noFill/>
            <a:miter lim="800000"/>
            <a:headEnd/>
            <a:tailEnd/>
          </a:ln>
        </p:spPr>
        <p:txBody>
          <a:bodyPr/>
          <a:lstStyle/>
          <a:p>
            <a:pPr algn="r"/>
            <a:fld id="{E1E9ED73-292D-4AD3-919A-4D6BF5CF2DEB}" type="slidenum">
              <a:rPr lang="en-IN" sz="1200" i="1"/>
              <a:pPr algn="r"/>
              <a:t>1</a:t>
            </a:fld>
            <a:endParaRPr lang="en-IN" sz="1200" i="1" dirty="0"/>
          </a:p>
        </p:txBody>
      </p:sp>
      <p:sp>
        <p:nvSpPr>
          <p:cNvPr id="5127" name="Date Placeholder 2"/>
          <p:cNvSpPr txBox="1">
            <a:spLocks noGrp="1"/>
          </p:cNvSpPr>
          <p:nvPr/>
        </p:nvSpPr>
        <p:spPr bwMode="auto">
          <a:xfrm>
            <a:off x="200025" y="6096001"/>
            <a:ext cx="1371600" cy="476251"/>
          </a:xfrm>
          <a:prstGeom prst="rect">
            <a:avLst/>
          </a:prstGeom>
          <a:noFill/>
          <a:ln w="9525">
            <a:noFill/>
            <a:miter lim="800000"/>
            <a:headEnd/>
            <a:tailEnd/>
          </a:ln>
        </p:spPr>
        <p:txBody>
          <a:bodyPr/>
          <a:lstStyle/>
          <a:p>
            <a:pPr algn="ctr"/>
            <a:fld id="{431A6F25-9475-4B00-9A62-794CECE6A410}" type="datetime5">
              <a:rPr lang="en-US" sz="1200" i="1"/>
              <a:pPr algn="ctr"/>
              <a:t>8-Nov-22</a:t>
            </a:fld>
            <a:endParaRPr lang="en-US" sz="1200" i="1" dirty="0"/>
          </a:p>
        </p:txBody>
      </p:sp>
      <p:pic>
        <p:nvPicPr>
          <p:cNvPr id="5128" name="Picture 11" descr="PPTmainpage"/>
          <p:cNvPicPr>
            <a:picLocks noChangeAspect="1" noChangeArrowheads="1"/>
          </p:cNvPicPr>
          <p:nvPr/>
        </p:nvPicPr>
        <p:blipFill>
          <a:blip r:embed="rId3" cstate="print"/>
          <a:srcRect/>
          <a:stretch>
            <a:fillRect/>
          </a:stretch>
        </p:blipFill>
        <p:spPr bwMode="auto">
          <a:xfrm>
            <a:off x="352644" y="696411"/>
            <a:ext cx="8791355" cy="6161589"/>
          </a:xfrm>
          <a:prstGeom prst="rect">
            <a:avLst/>
          </a:prstGeom>
          <a:noFill/>
          <a:ln w="9525">
            <a:noFill/>
            <a:miter lim="800000"/>
            <a:headEnd/>
            <a:tailEnd/>
          </a:ln>
        </p:spPr>
      </p:pic>
      <p:sp>
        <p:nvSpPr>
          <p:cNvPr id="5129" name="Text Box 5"/>
          <p:cNvSpPr txBox="1">
            <a:spLocks noChangeArrowheads="1"/>
          </p:cNvSpPr>
          <p:nvPr/>
        </p:nvSpPr>
        <p:spPr bwMode="auto">
          <a:xfrm>
            <a:off x="1607705" y="892277"/>
            <a:ext cx="6926695" cy="658835"/>
          </a:xfrm>
          <a:prstGeom prst="rect">
            <a:avLst/>
          </a:prstGeom>
          <a:noFill/>
          <a:ln w="9525">
            <a:noFill/>
            <a:miter lim="800000"/>
            <a:headEnd/>
            <a:tailEnd/>
          </a:ln>
        </p:spPr>
        <p:txBody>
          <a:bodyPr wrap="square">
            <a:spAutoFit/>
          </a:bodyPr>
          <a:lstStyle/>
          <a:p>
            <a:pPr eaLnBrk="0" hangingPunct="0">
              <a:lnSpc>
                <a:spcPct val="150000"/>
              </a:lnSpc>
              <a:spcBef>
                <a:spcPct val="50000"/>
              </a:spcBef>
            </a:pPr>
            <a:r>
              <a:rPr lang="en-US" sz="2800" dirty="0">
                <a:solidFill>
                  <a:schemeClr val="bg1"/>
                </a:solidFill>
                <a:latin typeface="Arial" pitchFamily="34" charset="0"/>
              </a:rPr>
              <a:t>GMR Institute of Technology, Rajam</a:t>
            </a:r>
          </a:p>
        </p:txBody>
      </p:sp>
      <p:sp>
        <p:nvSpPr>
          <p:cNvPr id="13" name="Text Box 5"/>
          <p:cNvSpPr txBox="1">
            <a:spLocks noChangeArrowheads="1"/>
          </p:cNvSpPr>
          <p:nvPr/>
        </p:nvSpPr>
        <p:spPr bwMode="auto">
          <a:xfrm>
            <a:off x="352644" y="3619852"/>
            <a:ext cx="8659381" cy="2413590"/>
          </a:xfrm>
          <a:prstGeom prst="rect">
            <a:avLst/>
          </a:prstGeom>
          <a:noFill/>
          <a:ln w="9525">
            <a:noFill/>
            <a:miter lim="800000"/>
            <a:headEnd/>
            <a:tailEnd/>
          </a:ln>
        </p:spPr>
        <p:txBody>
          <a:bodyPr wrap="square" lIns="104249" tIns="52124" rIns="104249" bIns="52124">
            <a:spAutoFit/>
          </a:bodyPr>
          <a:lstStyle/>
          <a:p>
            <a:pPr>
              <a:spcBef>
                <a:spcPts val="600"/>
              </a:spcBef>
              <a:buClr>
                <a:schemeClr val="accent1"/>
              </a:buClr>
              <a:buSzPts val="1400"/>
            </a:pPr>
            <a:endParaRPr lang="en-US" sz="2000" b="1" dirty="0">
              <a:solidFill>
                <a:srgbClr val="DDDDDD"/>
              </a:solidFill>
            </a:endParaRPr>
          </a:p>
          <a:p>
            <a:pPr>
              <a:spcBef>
                <a:spcPts val="600"/>
              </a:spcBef>
              <a:buClr>
                <a:schemeClr val="accent1"/>
              </a:buClr>
              <a:buSzPts val="1400"/>
            </a:pPr>
            <a:endParaRPr lang="en-US" sz="2000" b="1" dirty="0">
              <a:solidFill>
                <a:srgbClr val="DDDDDD"/>
              </a:solidFill>
            </a:endParaRPr>
          </a:p>
          <a:p>
            <a:pPr>
              <a:spcBef>
                <a:spcPts val="600"/>
              </a:spcBef>
              <a:buClr>
                <a:schemeClr val="accent1"/>
              </a:buClr>
              <a:buSzPts val="1400"/>
            </a:pPr>
            <a:endParaRPr lang="en-US" sz="2000" b="1" dirty="0">
              <a:solidFill>
                <a:srgbClr val="DDDDDD"/>
              </a:solidFill>
              <a:cs typeface="Times New Roman" panose="02020603050405020304" pitchFamily="18" charset="0"/>
            </a:endParaRPr>
          </a:p>
          <a:p>
            <a:pPr>
              <a:spcBef>
                <a:spcPts val="0"/>
              </a:spcBef>
              <a:buClr>
                <a:schemeClr val="accent1"/>
              </a:buClr>
              <a:buSzPts val="1400"/>
            </a:pPr>
            <a:r>
              <a:rPr lang="en-US" sz="2000" b="1" dirty="0">
                <a:solidFill>
                  <a:schemeClr val="bg1"/>
                </a:solidFill>
                <a:cs typeface="Times New Roman" panose="02020603050405020304" pitchFamily="18" charset="0"/>
              </a:rPr>
              <a:t>Project Supervisor                                             </a:t>
            </a:r>
            <a:r>
              <a:rPr lang="en-US" sz="2000" dirty="0">
                <a:solidFill>
                  <a:schemeClr val="bg1"/>
                </a:solidFill>
                <a:cs typeface="Times New Roman" panose="02020603050405020304" pitchFamily="18" charset="0"/>
              </a:rPr>
              <a:t>                                                                                                      </a:t>
            </a:r>
          </a:p>
          <a:p>
            <a:pPr>
              <a:spcBef>
                <a:spcPts val="0"/>
              </a:spcBef>
              <a:buClr>
                <a:schemeClr val="accent1"/>
              </a:buClr>
              <a:buSzPts val="1400"/>
            </a:pPr>
            <a:r>
              <a:rPr lang="en-US" sz="2000" dirty="0" err="1">
                <a:solidFill>
                  <a:schemeClr val="bg1"/>
                </a:solidFill>
                <a:cs typeface="Times New Roman" panose="02020603050405020304" pitchFamily="18" charset="0"/>
              </a:rPr>
              <a:t>Mrs.K</a:t>
            </a:r>
            <a:r>
              <a:rPr lang="en-US" sz="2000" err="1">
                <a:solidFill>
                  <a:schemeClr val="bg1"/>
                </a:solidFill>
                <a:cs typeface="Times New Roman" panose="02020603050405020304" pitchFamily="18" charset="0"/>
              </a:rPr>
              <a:t>.</a:t>
            </a:r>
            <a:r>
              <a:rPr lang="en-US" sz="2000">
                <a:solidFill>
                  <a:schemeClr val="bg1"/>
                </a:solidFill>
                <a:cs typeface="Times New Roman" panose="02020603050405020304" pitchFamily="18" charset="0"/>
              </a:rPr>
              <a:t>Santoshi</a:t>
            </a:r>
            <a:endParaRPr lang="en-US" sz="2000" dirty="0">
              <a:solidFill>
                <a:schemeClr val="bg1"/>
              </a:solidFill>
              <a:cs typeface="Times New Roman" panose="02020603050405020304" pitchFamily="18" charset="0"/>
            </a:endParaRPr>
          </a:p>
          <a:p>
            <a:pPr>
              <a:spcBef>
                <a:spcPts val="0"/>
              </a:spcBef>
              <a:buClr>
                <a:schemeClr val="accent1"/>
              </a:buClr>
              <a:buSzPts val="1400"/>
            </a:pPr>
            <a:r>
              <a:rPr lang="en-US" sz="2000" dirty="0">
                <a:solidFill>
                  <a:schemeClr val="bg1"/>
                </a:solidFill>
                <a:cs typeface="Times New Roman" panose="02020603050405020304" pitchFamily="18" charset="0"/>
              </a:rPr>
              <a:t>Assistant Professor</a:t>
            </a:r>
          </a:p>
          <a:p>
            <a:pPr>
              <a:spcBef>
                <a:spcPts val="0"/>
              </a:spcBef>
              <a:buClr>
                <a:schemeClr val="accent1"/>
              </a:buClr>
              <a:buSzPts val="1400"/>
            </a:pPr>
            <a:r>
              <a:rPr lang="en-US" sz="2000" dirty="0">
                <a:solidFill>
                  <a:schemeClr val="bg1"/>
                </a:solidFill>
                <a:cs typeface="Times New Roman" panose="02020603050405020304" pitchFamily="18" charset="0"/>
              </a:rPr>
              <a:t>Department of IT</a:t>
            </a:r>
            <a:endParaRPr lang="en-US" sz="1400" dirty="0">
              <a:solidFill>
                <a:schemeClr val="bg1"/>
              </a:solidFill>
              <a:latin typeface="Cambria" pitchFamily="18" charset="0"/>
              <a:cs typeface="Arial" pitchFamily="34" charset="0"/>
            </a:endParaRPr>
          </a:p>
        </p:txBody>
      </p:sp>
      <p:sp>
        <p:nvSpPr>
          <p:cNvPr id="2" name="Rectangle 1"/>
          <p:cNvSpPr/>
          <p:nvPr/>
        </p:nvSpPr>
        <p:spPr>
          <a:xfrm>
            <a:off x="1022074" y="2262818"/>
            <a:ext cx="7169426" cy="1077218"/>
          </a:xfrm>
          <a:prstGeom prst="rect">
            <a:avLst/>
          </a:prstGeom>
        </p:spPr>
        <p:txBody>
          <a:bodyPr wrap="square">
            <a:spAutoFit/>
          </a:bodyPr>
          <a:lstStyle/>
          <a:p>
            <a:pPr algn="ctr" eaLnBrk="0" hangingPunct="0"/>
            <a:r>
              <a:rPr lang="en-US" sz="3200" dirty="0">
                <a:solidFill>
                  <a:schemeClr val="bg1"/>
                </a:solidFill>
              </a:rPr>
              <a:t>Virtual Assistants using Natural Language Processing Techniques</a:t>
            </a:r>
            <a:endParaRPr lang="en-US" sz="4000" b="1" dirty="0">
              <a:solidFill>
                <a:schemeClr val="bg1"/>
              </a:solidFill>
              <a:cs typeface="Times New Roman" panose="02020603050405020304" pitchFamily="18" charset="0"/>
            </a:endParaRPr>
          </a:p>
        </p:txBody>
      </p:sp>
      <p:sp>
        <p:nvSpPr>
          <p:cNvPr id="3" name="TextBox 2">
            <a:extLst>
              <a:ext uri="{FF2B5EF4-FFF2-40B4-BE49-F238E27FC236}">
                <a16:creationId xmlns:a16="http://schemas.microsoft.com/office/drawing/2014/main" id="{A8BDE153-867D-3690-15AA-1CF6975321ED}"/>
              </a:ext>
            </a:extLst>
          </p:cNvPr>
          <p:cNvSpPr txBox="1"/>
          <p:nvPr/>
        </p:nvSpPr>
        <p:spPr>
          <a:xfrm>
            <a:off x="4883086" y="4892511"/>
            <a:ext cx="4260914" cy="461665"/>
          </a:xfrm>
          <a:prstGeom prst="rect">
            <a:avLst/>
          </a:prstGeom>
          <a:noFill/>
        </p:spPr>
        <p:txBody>
          <a:bodyPr wrap="square" rtlCol="0">
            <a:spAutoFit/>
          </a:bodyPr>
          <a:lstStyle/>
          <a:p>
            <a:r>
              <a:rPr lang="en-IN" dirty="0" err="1">
                <a:solidFill>
                  <a:schemeClr val="bg1"/>
                </a:solidFill>
              </a:rPr>
              <a:t>G.Rushivardhan</a:t>
            </a:r>
            <a:r>
              <a:rPr lang="en-IN" dirty="0">
                <a:solidFill>
                  <a:schemeClr val="bg1"/>
                </a:solidFill>
              </a:rPr>
              <a:t>(20341A1226)</a:t>
            </a:r>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FA34C6-D829-4740-9606-2CA7108985C3}"/>
              </a:ext>
            </a:extLst>
          </p:cNvPr>
          <p:cNvSpPr txBox="1"/>
          <p:nvPr/>
        </p:nvSpPr>
        <p:spPr>
          <a:xfrm>
            <a:off x="1162831" y="132523"/>
            <a:ext cx="6281531" cy="830997"/>
          </a:xfrm>
          <a:prstGeom prst="rect">
            <a:avLst/>
          </a:prstGeom>
          <a:noFill/>
        </p:spPr>
        <p:txBody>
          <a:bodyPr wrap="square" rtlCol="0">
            <a:spAutoFit/>
          </a:bodyPr>
          <a:lstStyle/>
          <a:p>
            <a:r>
              <a:rPr lang="en-IN" b="1">
                <a:solidFill>
                  <a:srgbClr val="FF9900"/>
                </a:solidFill>
                <a:cs typeface="Times New Roman" panose="02020603050405020304" pitchFamily="18" charset="0"/>
              </a:rPr>
              <a:t>ABSTRACT</a:t>
            </a:r>
          </a:p>
          <a:p>
            <a:endParaRPr lang="en-IN"/>
          </a:p>
        </p:txBody>
      </p:sp>
      <p:sp>
        <p:nvSpPr>
          <p:cNvPr id="7" name="TextBox 6">
            <a:extLst>
              <a:ext uri="{FF2B5EF4-FFF2-40B4-BE49-F238E27FC236}">
                <a16:creationId xmlns:a16="http://schemas.microsoft.com/office/drawing/2014/main" id="{0608AEF1-04A2-4B7E-A6CD-C2B57A754A51}"/>
              </a:ext>
            </a:extLst>
          </p:cNvPr>
          <p:cNvSpPr txBox="1"/>
          <p:nvPr/>
        </p:nvSpPr>
        <p:spPr>
          <a:xfrm>
            <a:off x="483327" y="816168"/>
            <a:ext cx="8328536" cy="5218736"/>
          </a:xfrm>
          <a:prstGeom prst="rect">
            <a:avLst/>
          </a:prstGeom>
          <a:noFill/>
        </p:spPr>
        <p:txBody>
          <a:bodyPr wrap="square" rtlCol="0">
            <a:spAutoFit/>
          </a:bodyPr>
          <a:lstStyle/>
          <a:p>
            <a:pPr algn="just">
              <a:lnSpc>
                <a:spcPct val="150000"/>
              </a:lnSpc>
            </a:pPr>
            <a:r>
              <a:rPr lang="en-US" sz="1600" dirty="0"/>
              <a:t>	A Virtual Assistant is software that can have Natural Language Conversations with people. The modelling of dialogue is one of the key tasks in Artificial Intelligence, Voice Recognization and Natural Language Processing. Making a good Virtual Assistant has been the most difficult challenge since the advent of Artificial Intelligence. Although Voice Assistants are capable of a variety of activities, their main responsibility is to recognize human speech and react properly. There are still some issues with developing data-driven systems despite the fact that there are now many Voice Assistant platforms available because a substantial amount of data is needed for their creation. Consequently, implementing these Virtual Assistants with Python libraries(like NLTK, spaCy, Polyglot, Text Blob, Flair) may be Accomplished. Moreover, to provide a better platform, Web Connectivity is also can be done to evaluate the Voice Assistant on a Web-based platform which will help in analyzing Human Voice Assistant Interactions.</a:t>
            </a:r>
          </a:p>
          <a:p>
            <a:pPr algn="just">
              <a:lnSpc>
                <a:spcPct val="150000"/>
              </a:lnSpc>
            </a:pPr>
            <a:endParaRPr lang="en-US" sz="1600" dirty="0"/>
          </a:p>
          <a:p>
            <a:pPr algn="just">
              <a:lnSpc>
                <a:spcPct val="150000"/>
              </a:lnSpc>
            </a:pPr>
            <a:r>
              <a:rPr lang="en-IN" sz="1600" b="1" dirty="0">
                <a:solidFill>
                  <a:srgbClr val="C00000"/>
                </a:solidFill>
              </a:rPr>
              <a:t>Keywords: </a:t>
            </a:r>
            <a:r>
              <a:rPr lang="en-IN" sz="1600" dirty="0">
                <a:solidFill>
                  <a:srgbClr val="C00000"/>
                </a:solidFill>
              </a:rPr>
              <a:t>Virtual Assistant, Artificial Intelligence, Natural Language Processing, Python libraries, </a:t>
            </a:r>
            <a:r>
              <a:rPr lang="en-US" sz="1600" dirty="0">
                <a:solidFill>
                  <a:srgbClr val="C00000"/>
                </a:solidFill>
                <a:effectLst/>
                <a:latin typeface="Times New Roman" panose="02020603050405020304" pitchFamily="18" charset="0"/>
                <a:ea typeface="Times New Roman" panose="02020603050405020304" pitchFamily="18" charset="0"/>
              </a:rPr>
              <a:t>Voice Recognization , Speech </a:t>
            </a:r>
            <a:r>
              <a:rPr lang="en-US" sz="1600" dirty="0">
                <a:solidFill>
                  <a:srgbClr val="C00000"/>
                </a:solidFill>
                <a:cs typeface="Times New Roman" panose="02020603050405020304" pitchFamily="18" charset="0"/>
              </a:rPr>
              <a:t>Synthesizer</a:t>
            </a:r>
          </a:p>
        </p:txBody>
      </p:sp>
    </p:spTree>
    <p:extLst>
      <p:ext uri="{BB962C8B-B14F-4D97-AF65-F5344CB8AC3E}">
        <p14:creationId xmlns:p14="http://schemas.microsoft.com/office/powerpoint/2010/main" val="2400348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108296" y="102641"/>
            <a:ext cx="2879678"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INTRODUCTION</a:t>
            </a:r>
          </a:p>
        </p:txBody>
      </p:sp>
      <p:sp>
        <p:nvSpPr>
          <p:cNvPr id="2" name="TextBox 1">
            <a:extLst>
              <a:ext uri="{FF2B5EF4-FFF2-40B4-BE49-F238E27FC236}">
                <a16:creationId xmlns:a16="http://schemas.microsoft.com/office/drawing/2014/main" id="{FA5DD1A8-8830-2F50-A2B4-1EFE736D7EBD}"/>
              </a:ext>
            </a:extLst>
          </p:cNvPr>
          <p:cNvSpPr txBox="1"/>
          <p:nvPr/>
        </p:nvSpPr>
        <p:spPr>
          <a:xfrm>
            <a:off x="463437" y="669853"/>
            <a:ext cx="8452540" cy="5945463"/>
          </a:xfrm>
          <a:prstGeom prst="rect">
            <a:avLst/>
          </a:prstGeom>
          <a:noFill/>
        </p:spPr>
        <p:txBody>
          <a:bodyPr wrap="square" rtlCol="0">
            <a:spAutoFit/>
          </a:bodyPr>
          <a:lstStyle/>
          <a:p>
            <a:pPr>
              <a:lnSpc>
                <a:spcPct val="150000"/>
              </a:lnSpc>
            </a:pPr>
            <a:r>
              <a:rPr lang="en-US" sz="1600" dirty="0"/>
              <a:t>	Natural Language Processing refers to the branch of Computer Science-and more specially , the branch of </a:t>
            </a:r>
            <a:r>
              <a:rPr lang="en-US" sz="1600" u="sng" dirty="0"/>
              <a:t>AI-concerned</a:t>
            </a:r>
            <a:r>
              <a:rPr lang="en-US" sz="1600" dirty="0"/>
              <a:t> with giving computers </a:t>
            </a:r>
            <a:r>
              <a:rPr lang="en-US" sz="1600" u="sng" dirty="0"/>
              <a:t>the ability to understand text </a:t>
            </a:r>
            <a:r>
              <a:rPr lang="en-US" sz="1600" dirty="0"/>
              <a:t>and </a:t>
            </a:r>
            <a:r>
              <a:rPr lang="en-US" sz="1600" u="sng" dirty="0"/>
              <a:t>spoken words </a:t>
            </a:r>
            <a:r>
              <a:rPr lang="en-US" sz="1600" dirty="0"/>
              <a:t>in much the same way human beings can. NLP helps developers to organize the tasks such as </a:t>
            </a:r>
            <a:r>
              <a:rPr lang="en-US" sz="1600" b="1" dirty="0"/>
              <a:t>Translation, Automatic Summarization, Named entity Recognition, Speech Recognition</a:t>
            </a:r>
            <a:r>
              <a:rPr lang="en-US" sz="1600" dirty="0"/>
              <a:t>[2].</a:t>
            </a:r>
            <a:r>
              <a:rPr lang="en-US" sz="1600" b="1" dirty="0"/>
              <a:t> </a:t>
            </a:r>
            <a:r>
              <a:rPr lang="en-US" sz="1600" dirty="0"/>
              <a:t>NLP helps computers to communicate with humans in their languages . It is very time efficient. Most of the </a:t>
            </a:r>
            <a:r>
              <a:rPr lang="en-US" sz="1600" u="sng" dirty="0"/>
              <a:t>companies use NLP to improve the efficiency of documentation </a:t>
            </a:r>
            <a:r>
              <a:rPr lang="en-US" sz="1600" dirty="0"/>
              <a:t>processes and identify the information from large databases. </a:t>
            </a:r>
            <a:r>
              <a:rPr lang="en-US" sz="1600" u="sng" dirty="0"/>
              <a:t>Voice Assistants are devices/apps that use voice recognition technology, Natural Language Processing, and AI to respond to humans</a:t>
            </a:r>
            <a:r>
              <a:rPr lang="en-US" sz="1600" dirty="0"/>
              <a:t>[5]. Using the technology, the device synthesizes the user’s message, breaks it down, evaluates it, and offers a meaningful response in return . There are </a:t>
            </a:r>
            <a:r>
              <a:rPr lang="en-US" sz="1600" u="sng" dirty="0"/>
              <a:t>two categories of AI voice assistants</a:t>
            </a:r>
            <a:r>
              <a:rPr lang="en-US" sz="1600" dirty="0"/>
              <a:t>: one is general-purpose, and the other is the bot voice assistants. Voice Assistant brands such as Siri and Alexa belong to the first category. Conversely, </a:t>
            </a:r>
            <a:r>
              <a:rPr lang="en-US" sz="1600" u="sng" dirty="0"/>
              <a:t>Voice Chatbots are usually the second type where the assistant is integrated into an app/website to help its users navigate the service</a:t>
            </a:r>
            <a:r>
              <a:rPr lang="en-US" sz="1600" dirty="0"/>
              <a:t>. A Voice Assistant, also called an Intelligent Personal Assistant, are new types of products marketed by Apple, Amazon and Google and are based on natural language speech recognition. They </a:t>
            </a:r>
            <a:r>
              <a:rPr lang="en-US" sz="1600" u="sng" dirty="0"/>
              <a:t>allow a search to be carried out using a voice command entered by the user, as well as information retrieval by voice synthesis.</a:t>
            </a:r>
            <a:endParaRPr lang="en-IN" sz="1600" u="sng" dirty="0"/>
          </a:p>
        </p:txBody>
      </p:sp>
    </p:spTree>
    <p:extLst>
      <p:ext uri="{BB962C8B-B14F-4D97-AF65-F5344CB8AC3E}">
        <p14:creationId xmlns:p14="http://schemas.microsoft.com/office/powerpoint/2010/main" val="2415287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BAFD19-2327-1F94-975E-15FBB5653C59}"/>
              </a:ext>
            </a:extLst>
          </p:cNvPr>
          <p:cNvSpPr>
            <a:spLocks noGrp="1"/>
          </p:cNvSpPr>
          <p:nvPr>
            <p:ph type="body" sz="half" idx="2"/>
          </p:nvPr>
        </p:nvSpPr>
        <p:spPr>
          <a:xfrm>
            <a:off x="457200" y="1566470"/>
            <a:ext cx="3308684" cy="3725059"/>
          </a:xfrm>
        </p:spPr>
        <p:txBody>
          <a:bodyPr/>
          <a:lstStyle/>
          <a:p>
            <a:pPr marL="285750" indent="-285750">
              <a:buFont typeface="Arial" panose="020B0604020202020204" pitchFamily="34" charset="0"/>
              <a:buChar char="•"/>
            </a:pP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Virtual Assistants emphasise with the conversation. </a:t>
            </a:r>
          </a:p>
          <a:p>
            <a:pPr marL="285750" indent="-285750">
              <a:buFont typeface="Arial" panose="020B0604020202020204" pitchFamily="34" charset="0"/>
              <a:buChar char="•"/>
            </a:pP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We can have access to computers, mobiles and many devices without slightly on your couch.</a:t>
            </a:r>
          </a:p>
          <a:p>
            <a:pPr marL="285750" indent="-285750">
              <a:buFont typeface="Arial" panose="020B0604020202020204" pitchFamily="34" charset="0"/>
              <a:buChar char="•"/>
            </a:pP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These voice assistants pull answers to voice queries.</a:t>
            </a:r>
          </a:p>
          <a:p>
            <a:pPr marL="285750" indent="-285750">
              <a:buFont typeface="Arial" panose="020B0604020202020204" pitchFamily="34" charset="0"/>
              <a:buChar char="•"/>
            </a:pP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The main advantage is these Virtual Assistants are saving time and effort</a:t>
            </a:r>
          </a:p>
        </p:txBody>
      </p:sp>
      <p:pic>
        <p:nvPicPr>
          <p:cNvPr id="7" name="Picture 2">
            <a:extLst>
              <a:ext uri="{FF2B5EF4-FFF2-40B4-BE49-F238E27FC236}">
                <a16:creationId xmlns:a16="http://schemas.microsoft.com/office/drawing/2014/main" id="{05DC611B-769A-3F21-60DA-507F386DFC38}"/>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7129" t="7829" r="18411" b="3914"/>
          <a:stretch/>
        </p:blipFill>
        <p:spPr bwMode="auto">
          <a:xfrm>
            <a:off x="4752474" y="1264135"/>
            <a:ext cx="4125160" cy="309111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BEE10F9-34CE-D353-E7B1-11B3EA796B8F}"/>
              </a:ext>
            </a:extLst>
          </p:cNvPr>
          <p:cNvSpPr txBox="1"/>
          <p:nvPr/>
        </p:nvSpPr>
        <p:spPr>
          <a:xfrm flipH="1">
            <a:off x="1017781" y="115330"/>
            <a:ext cx="2689246"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INTRODUCTION</a:t>
            </a:r>
            <a:endParaRPr lang="en-IN" dirty="0"/>
          </a:p>
        </p:txBody>
      </p:sp>
    </p:spTree>
    <p:extLst>
      <p:ext uri="{BB962C8B-B14F-4D97-AF65-F5344CB8AC3E}">
        <p14:creationId xmlns:p14="http://schemas.microsoft.com/office/powerpoint/2010/main" val="1593115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112068"/>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LITERATURE SURVEY-1</a:t>
            </a:r>
          </a:p>
        </p:txBody>
      </p:sp>
      <p:sp>
        <p:nvSpPr>
          <p:cNvPr id="6" name="TextBox 5">
            <a:extLst>
              <a:ext uri="{FF2B5EF4-FFF2-40B4-BE49-F238E27FC236}">
                <a16:creationId xmlns:a16="http://schemas.microsoft.com/office/drawing/2014/main" id="{A964AB3D-EE44-DFDC-35C9-196D1D05CF90}"/>
              </a:ext>
            </a:extLst>
          </p:cNvPr>
          <p:cNvSpPr txBox="1"/>
          <p:nvPr/>
        </p:nvSpPr>
        <p:spPr>
          <a:xfrm>
            <a:off x="487679" y="1053266"/>
            <a:ext cx="8342811" cy="4770537"/>
          </a:xfrm>
          <a:prstGeom prst="rect">
            <a:avLst/>
          </a:prstGeom>
          <a:noFill/>
        </p:spPr>
        <p:txBody>
          <a:bodyPr wrap="square" rtlCol="0">
            <a:spAutoFit/>
          </a:bodyPr>
          <a:lstStyle/>
          <a:p>
            <a:pPr>
              <a:lnSpc>
                <a:spcPct val="150000"/>
              </a:lnSpc>
            </a:pPr>
            <a:r>
              <a:rPr lang="en-IN" sz="1600" dirty="0">
                <a:solidFill>
                  <a:schemeClr val="accent6">
                    <a:lumMod val="60000"/>
                    <a:lumOff val="40000"/>
                  </a:schemeClr>
                </a:solidFill>
              </a:rPr>
              <a:t>[1] </a:t>
            </a:r>
            <a:r>
              <a:rPr lang="en-US" sz="1600" dirty="0">
                <a:solidFill>
                  <a:schemeClr val="accent6">
                    <a:lumMod val="60000"/>
                    <a:lumOff val="40000"/>
                  </a:schemeClr>
                </a:solidFill>
                <a:cs typeface="Times New Roman" panose="02020603050405020304" pitchFamily="18" charset="0"/>
              </a:rPr>
              <a:t>Ritik Porwal ; Ujjawal Tomar ; Vishakha Dubey ; Asst.Prof.Akshita Mishra ; Asst.Prof.Gourav Mandloi   </a:t>
            </a:r>
            <a:r>
              <a:rPr lang="en-US" sz="1600" b="1" dirty="0">
                <a:solidFill>
                  <a:schemeClr val="accent6">
                    <a:lumMod val="60000"/>
                    <a:lumOff val="40000"/>
                  </a:schemeClr>
                </a:solidFill>
                <a:cs typeface="Times New Roman" panose="02020603050405020304" pitchFamily="18" charset="0"/>
              </a:rPr>
              <a:t>“Voice Assistant” </a:t>
            </a:r>
            <a:r>
              <a:rPr lang="en-US" sz="1600" dirty="0">
                <a:solidFill>
                  <a:schemeClr val="accent6">
                    <a:lumMod val="60000"/>
                    <a:lumOff val="40000"/>
                  </a:schemeClr>
                </a:solidFill>
                <a:cs typeface="Times New Roman" panose="02020603050405020304" pitchFamily="18" charset="0"/>
              </a:rPr>
              <a:t>2021 </a:t>
            </a:r>
            <a:r>
              <a:rPr lang="en-US" sz="1600" i="1" dirty="0">
                <a:solidFill>
                  <a:schemeClr val="accent6">
                    <a:lumMod val="60000"/>
                    <a:lumOff val="40000"/>
                  </a:schemeClr>
                </a:solidFill>
                <a:cs typeface="Times New Roman" panose="02020603050405020304" pitchFamily="18" charset="0"/>
              </a:rPr>
              <a:t>International Journal of Scientific Research &amp; Engineering Trends(ISSN)</a:t>
            </a:r>
          </a:p>
          <a:p>
            <a:pPr marL="285750" indent="-285750">
              <a:lnSpc>
                <a:spcPct val="150000"/>
              </a:lnSpc>
              <a:buFont typeface="Wingdings" panose="05000000000000000000" pitchFamily="2" charset="2"/>
              <a:buChar char="v"/>
            </a:pPr>
            <a:endParaRPr lang="en-US" sz="1600" b="1" dirty="0">
              <a:solidFill>
                <a:srgbClr val="333333"/>
              </a:solidFill>
              <a:cs typeface="Times New Roman" panose="02020603050405020304" pitchFamily="18" charset="0"/>
            </a:endParaRP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This paper mainly focuses on the most efficient way for Voice Recognition.</a:t>
            </a: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Microsoft Speech Synthesizer is used for the speech synthesis which consists of STT (Speech to text), sound or voice receive from user is converted to text for processing of information and gives us respective output through a voice assistance.</a:t>
            </a: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It Continues to expand its digital abilities in organizing several events like playing music , guiding services for travelling(Google maps) , game prediction.</a:t>
            </a: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The efficiency is High as the time consumption for each task to complete may be higher than the other VPAs.[Future Scope]</a:t>
            </a:r>
          </a:p>
          <a:p>
            <a:endParaRPr lang="en-US" sz="1600" dirty="0">
              <a:solidFill>
                <a:srgbClr val="333333"/>
              </a:solidFill>
              <a:cs typeface="Times New Roman" panose="02020603050405020304" pitchFamily="18" charset="0"/>
            </a:endParaRPr>
          </a:p>
        </p:txBody>
      </p:sp>
    </p:spTree>
    <p:extLst>
      <p:ext uri="{BB962C8B-B14F-4D97-AF65-F5344CB8AC3E}">
        <p14:creationId xmlns:p14="http://schemas.microsoft.com/office/powerpoint/2010/main" val="1603952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112068"/>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LITERATURE SURVEY-2</a:t>
            </a:r>
          </a:p>
        </p:txBody>
      </p:sp>
      <p:sp>
        <p:nvSpPr>
          <p:cNvPr id="6" name="TextBox 5">
            <a:extLst>
              <a:ext uri="{FF2B5EF4-FFF2-40B4-BE49-F238E27FC236}">
                <a16:creationId xmlns:a16="http://schemas.microsoft.com/office/drawing/2014/main" id="{A964AB3D-EE44-DFDC-35C9-196D1D05CF90}"/>
              </a:ext>
            </a:extLst>
          </p:cNvPr>
          <p:cNvSpPr txBox="1"/>
          <p:nvPr/>
        </p:nvSpPr>
        <p:spPr>
          <a:xfrm>
            <a:off x="487679" y="1045028"/>
            <a:ext cx="8342811" cy="3741409"/>
          </a:xfrm>
          <a:prstGeom prst="rect">
            <a:avLst/>
          </a:prstGeom>
          <a:noFill/>
        </p:spPr>
        <p:txBody>
          <a:bodyPr wrap="square" rtlCol="0">
            <a:spAutoFit/>
          </a:bodyPr>
          <a:lstStyle/>
          <a:p>
            <a:pPr>
              <a:lnSpc>
                <a:spcPct val="150000"/>
              </a:lnSpc>
            </a:pPr>
            <a:r>
              <a:rPr lang="en-IN" sz="1600" b="1" dirty="0">
                <a:solidFill>
                  <a:schemeClr val="accent6">
                    <a:lumMod val="60000"/>
                    <a:lumOff val="40000"/>
                  </a:schemeClr>
                </a:solidFill>
              </a:rPr>
              <a:t>[2</a:t>
            </a:r>
            <a:r>
              <a:rPr lang="en-IN" sz="1600" dirty="0">
                <a:solidFill>
                  <a:schemeClr val="accent6">
                    <a:lumMod val="60000"/>
                    <a:lumOff val="40000"/>
                  </a:schemeClr>
                </a:solidFill>
              </a:rPr>
              <a:t>] </a:t>
            </a:r>
            <a:r>
              <a:rPr lang="en-US" sz="1600" dirty="0">
                <a:solidFill>
                  <a:schemeClr val="accent6">
                    <a:lumMod val="60000"/>
                    <a:lumOff val="40000"/>
                  </a:schemeClr>
                </a:solidFill>
                <a:cs typeface="Times New Roman" panose="02020603050405020304" pitchFamily="18" charset="0"/>
              </a:rPr>
              <a:t>Abhay </a:t>
            </a:r>
            <a:r>
              <a:rPr lang="en-US" sz="1600" dirty="0" err="1">
                <a:solidFill>
                  <a:schemeClr val="accent6">
                    <a:lumMod val="60000"/>
                    <a:lumOff val="40000"/>
                  </a:schemeClr>
                </a:solidFill>
                <a:cs typeface="Times New Roman" panose="02020603050405020304" pitchFamily="18" charset="0"/>
              </a:rPr>
              <a:t>Dekate</a:t>
            </a:r>
            <a:r>
              <a:rPr lang="en-US" sz="1600" dirty="0">
                <a:solidFill>
                  <a:schemeClr val="accent6">
                    <a:lumMod val="60000"/>
                    <a:lumOff val="40000"/>
                  </a:schemeClr>
                </a:solidFill>
                <a:cs typeface="Times New Roman" panose="02020603050405020304" pitchFamily="18" charset="0"/>
              </a:rPr>
              <a:t> ; Rohan </a:t>
            </a:r>
            <a:r>
              <a:rPr lang="en-US" sz="1600" dirty="0" err="1">
                <a:solidFill>
                  <a:schemeClr val="accent6">
                    <a:lumMod val="60000"/>
                    <a:lumOff val="40000"/>
                  </a:schemeClr>
                </a:solidFill>
                <a:cs typeface="Times New Roman" panose="02020603050405020304" pitchFamily="18" charset="0"/>
              </a:rPr>
              <a:t>Killedar</a:t>
            </a:r>
            <a:r>
              <a:rPr lang="en-US" sz="1600" dirty="0">
                <a:solidFill>
                  <a:schemeClr val="accent6">
                    <a:lumMod val="60000"/>
                    <a:lumOff val="40000"/>
                  </a:schemeClr>
                </a:solidFill>
                <a:cs typeface="Times New Roman" panose="02020603050405020304" pitchFamily="18" charset="0"/>
              </a:rPr>
              <a:t> </a:t>
            </a:r>
            <a:r>
              <a:rPr lang="en-US" sz="1600" b="1" dirty="0">
                <a:solidFill>
                  <a:schemeClr val="accent6">
                    <a:lumMod val="60000"/>
                    <a:lumOff val="40000"/>
                  </a:schemeClr>
                </a:solidFill>
                <a:cs typeface="Times New Roman" panose="02020603050405020304" pitchFamily="18" charset="0"/>
              </a:rPr>
              <a:t>; “Study of Voice Controlled Personal Assistant Device”</a:t>
            </a:r>
          </a:p>
          <a:p>
            <a:pPr>
              <a:lnSpc>
                <a:spcPct val="150000"/>
              </a:lnSpc>
            </a:pPr>
            <a:r>
              <a:rPr lang="en-US" sz="1600" dirty="0">
                <a:solidFill>
                  <a:schemeClr val="accent6">
                    <a:lumMod val="60000"/>
                    <a:lumOff val="40000"/>
                  </a:schemeClr>
                </a:solidFill>
                <a:cs typeface="Times New Roman" panose="02020603050405020304" pitchFamily="18" charset="0"/>
              </a:rPr>
              <a:t>2019 </a:t>
            </a:r>
            <a:r>
              <a:rPr lang="en-US" sz="1600" i="1" dirty="0">
                <a:solidFill>
                  <a:schemeClr val="accent6">
                    <a:lumMod val="60000"/>
                    <a:lumOff val="40000"/>
                  </a:schemeClr>
                </a:solidFill>
                <a:cs typeface="Times New Roman" panose="02020603050405020304" pitchFamily="18" charset="0"/>
              </a:rPr>
              <a:t>International Journal of Emerging Trends &amp; Technology in Computer Science</a:t>
            </a:r>
          </a:p>
          <a:p>
            <a:pPr marL="342900" indent="-342900">
              <a:lnSpc>
                <a:spcPct val="150000"/>
              </a:lnSpc>
              <a:buFont typeface="Wingdings" panose="05000000000000000000" pitchFamily="2" charset="2"/>
              <a:buChar char="v"/>
            </a:pPr>
            <a:endParaRPr lang="en-US" sz="1600" dirty="0">
              <a:solidFill>
                <a:srgbClr val="333333"/>
              </a:solidFill>
              <a:cs typeface="Times New Roman" panose="02020603050405020304" pitchFamily="18" charset="0"/>
            </a:endParaRPr>
          </a:p>
          <a:p>
            <a:pPr marL="342900" indent="-34290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The study on Home Automation  system based on Internet of Things was proven to work satisfactorily by connecting simple appliances(like lights, fans Etc..)</a:t>
            </a:r>
          </a:p>
          <a:p>
            <a:pPr marL="342900" indent="-34290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It always keep listening for its Name and Wakes up to response upon calling with the assigned functionality.</a:t>
            </a:r>
          </a:p>
          <a:p>
            <a:pPr marL="342900" indent="-34290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Firstly , Sentence given or receive is passed to NLP and after that NLP core engine process these sentences and it is moved forward to speech synthesizer to respond.</a:t>
            </a:r>
          </a:p>
          <a:p>
            <a:pPr marL="342900" indent="-34290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The system will make human life more comfortable.</a:t>
            </a:r>
          </a:p>
        </p:txBody>
      </p:sp>
    </p:spTree>
    <p:extLst>
      <p:ext uri="{BB962C8B-B14F-4D97-AF65-F5344CB8AC3E}">
        <p14:creationId xmlns:p14="http://schemas.microsoft.com/office/powerpoint/2010/main" val="3359638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LITERATURE SURVEY-3</a:t>
            </a:r>
          </a:p>
        </p:txBody>
      </p:sp>
      <p:sp>
        <p:nvSpPr>
          <p:cNvPr id="6" name="TextBox 5">
            <a:extLst>
              <a:ext uri="{FF2B5EF4-FFF2-40B4-BE49-F238E27FC236}">
                <a16:creationId xmlns:a16="http://schemas.microsoft.com/office/drawing/2014/main" id="{A964AB3D-EE44-DFDC-35C9-196D1D05CF90}"/>
              </a:ext>
            </a:extLst>
          </p:cNvPr>
          <p:cNvSpPr txBox="1"/>
          <p:nvPr/>
        </p:nvSpPr>
        <p:spPr>
          <a:xfrm>
            <a:off x="487679" y="1045028"/>
            <a:ext cx="8342811" cy="4809009"/>
          </a:xfrm>
          <a:prstGeom prst="rect">
            <a:avLst/>
          </a:prstGeom>
          <a:noFill/>
        </p:spPr>
        <p:txBody>
          <a:bodyPr wrap="square" rtlCol="0">
            <a:spAutoFit/>
          </a:bodyPr>
          <a:lstStyle/>
          <a:p>
            <a:pPr>
              <a:lnSpc>
                <a:spcPct val="150000"/>
              </a:lnSpc>
            </a:pPr>
            <a:r>
              <a:rPr lang="en-US" sz="1600" u="sng" dirty="0">
                <a:solidFill>
                  <a:schemeClr val="accent6">
                    <a:lumMod val="60000"/>
                    <a:lumOff val="40000"/>
                  </a:schemeClr>
                </a:solidFill>
                <a:cs typeface="Times New Roman" panose="02020603050405020304" pitchFamily="18" charset="0"/>
              </a:rPr>
              <a:t>[3] </a:t>
            </a:r>
            <a:r>
              <a:rPr lang="en-US" sz="1600" dirty="0">
                <a:solidFill>
                  <a:schemeClr val="accent6">
                    <a:lumMod val="60000"/>
                    <a:lumOff val="40000"/>
                  </a:schemeClr>
                </a:solidFill>
                <a:cs typeface="Times New Roman" panose="02020603050405020304" pitchFamily="18" charset="0"/>
              </a:rPr>
              <a:t>Laura Burbach ; Patrick Halbach ; Nils Plettenberg ; Johannes Nakayama ; Martina Ziefle; Amdre Calero Valdez ; </a:t>
            </a:r>
            <a:r>
              <a:rPr lang="en-US" sz="1600" b="1" dirty="0">
                <a:solidFill>
                  <a:schemeClr val="accent6">
                    <a:lumMod val="60000"/>
                    <a:lumOff val="40000"/>
                  </a:schemeClr>
                </a:solidFill>
                <a:cs typeface="Times New Roman" panose="02020603050405020304" pitchFamily="18" charset="0"/>
              </a:rPr>
              <a:t>“ Hey, Siri; Ok Google; Alexa ; Acceptance-relevant factors of Virtual Voice-assistants</a:t>
            </a:r>
            <a:r>
              <a:rPr lang="en-US" sz="1600" b="1" u="sng" dirty="0">
                <a:solidFill>
                  <a:schemeClr val="accent6">
                    <a:lumMod val="60000"/>
                    <a:lumOff val="40000"/>
                  </a:schemeClr>
                </a:solidFill>
                <a:cs typeface="Times New Roman" panose="02020603050405020304" pitchFamily="18" charset="0"/>
              </a:rPr>
              <a:t>”</a:t>
            </a:r>
            <a:r>
              <a:rPr lang="en-US" sz="1600" u="sng" dirty="0">
                <a:solidFill>
                  <a:schemeClr val="accent6">
                    <a:lumMod val="60000"/>
                    <a:lumOff val="40000"/>
                  </a:schemeClr>
                </a:solidFill>
                <a:cs typeface="Times New Roman" panose="02020603050405020304" pitchFamily="18" charset="0"/>
              </a:rPr>
              <a:t> </a:t>
            </a:r>
            <a:r>
              <a:rPr lang="en-US" sz="1600" dirty="0">
                <a:solidFill>
                  <a:schemeClr val="accent6">
                    <a:lumMod val="60000"/>
                    <a:lumOff val="40000"/>
                  </a:schemeClr>
                </a:solidFill>
                <a:cs typeface="Times New Roman" panose="02020603050405020304" pitchFamily="18" charset="0"/>
              </a:rPr>
              <a:t>Published:2019 </a:t>
            </a:r>
            <a:r>
              <a:rPr lang="en-US" sz="1600" i="1" dirty="0">
                <a:solidFill>
                  <a:schemeClr val="accent6">
                    <a:lumMod val="60000"/>
                    <a:lumOff val="40000"/>
                  </a:schemeClr>
                </a:solidFill>
                <a:cs typeface="Times New Roman" panose="02020603050405020304" pitchFamily="18" charset="0"/>
              </a:rPr>
              <a:t>Digital Society Research Program</a:t>
            </a:r>
          </a:p>
          <a:p>
            <a:pPr>
              <a:lnSpc>
                <a:spcPct val="150000"/>
              </a:lnSpc>
            </a:pPr>
            <a:endParaRPr lang="en-US" sz="1600" u="sng" dirty="0">
              <a:solidFill>
                <a:srgbClr val="333333"/>
              </a:solidFill>
              <a:cs typeface="Times New Roman" panose="02020603050405020304" pitchFamily="18" charset="0"/>
            </a:endParaRP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This Paper has investigated on the effect of natural language processing performance, price and privacy on acceptance of virtual voice assistants.</a:t>
            </a:r>
          </a:p>
          <a:p>
            <a:pPr marL="0" indent="0" algn="just">
              <a:buNone/>
            </a:pPr>
            <a:r>
              <a:rPr lang="en-US" sz="1050" dirty="0"/>
              <a:t>      </a:t>
            </a: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It also explains about the usage of Python’s NLTK library, TextBlob and spaCy library in making the Virtual Assistants more better.</a:t>
            </a:r>
          </a:p>
          <a:p>
            <a:pPr marL="285750" indent="-285750">
              <a:lnSpc>
                <a:spcPct val="150000"/>
              </a:lnSpc>
              <a:buFont typeface="Wingdings" panose="05000000000000000000" pitchFamily="2" charset="2"/>
              <a:buChar char="v"/>
            </a:pPr>
            <a:r>
              <a:rPr lang="en-US" sz="1600" dirty="0">
                <a:solidFill>
                  <a:srgbClr val="333333"/>
                </a:solidFill>
                <a:cs typeface="Times New Roman" panose="02020603050405020304" pitchFamily="18" charset="0"/>
              </a:rPr>
              <a:t>Hence, Now a days privacy turned out as important aspect for the acceptance of voice assistants[Future Scope]</a:t>
            </a:r>
          </a:p>
          <a:p>
            <a:pPr>
              <a:lnSpc>
                <a:spcPct val="150000"/>
              </a:lnSpc>
            </a:pPr>
            <a:endParaRPr lang="en-US" sz="1600" dirty="0">
              <a:solidFill>
                <a:srgbClr val="333333"/>
              </a:solidFill>
              <a:cs typeface="Times New Roman" panose="02020603050405020304" pitchFamily="18" charset="0"/>
            </a:endParaRPr>
          </a:p>
          <a:p>
            <a:endParaRPr lang="en-US" sz="1600" dirty="0">
              <a:solidFill>
                <a:srgbClr val="333333"/>
              </a:solidFill>
              <a:cs typeface="Times New Roman" panose="02020603050405020304" pitchFamily="18" charset="0"/>
            </a:endParaRPr>
          </a:p>
          <a:p>
            <a:endParaRPr lang="en-US" sz="1600" dirty="0">
              <a:solidFill>
                <a:srgbClr val="333333"/>
              </a:solidFill>
              <a:cs typeface="Times New Roman" panose="02020603050405020304" pitchFamily="18" charset="0"/>
            </a:endParaRPr>
          </a:p>
        </p:txBody>
      </p:sp>
    </p:spTree>
    <p:extLst>
      <p:ext uri="{BB962C8B-B14F-4D97-AF65-F5344CB8AC3E}">
        <p14:creationId xmlns:p14="http://schemas.microsoft.com/office/powerpoint/2010/main" val="1585660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LITERATURE SURVEY-4</a:t>
            </a:r>
          </a:p>
        </p:txBody>
      </p:sp>
      <p:sp>
        <p:nvSpPr>
          <p:cNvPr id="6" name="TextBox 5">
            <a:extLst>
              <a:ext uri="{FF2B5EF4-FFF2-40B4-BE49-F238E27FC236}">
                <a16:creationId xmlns:a16="http://schemas.microsoft.com/office/drawing/2014/main" id="{A964AB3D-EE44-DFDC-35C9-196D1D05CF90}"/>
              </a:ext>
            </a:extLst>
          </p:cNvPr>
          <p:cNvSpPr txBox="1"/>
          <p:nvPr/>
        </p:nvSpPr>
        <p:spPr>
          <a:xfrm>
            <a:off x="487679" y="1032996"/>
            <a:ext cx="8342811" cy="4480073"/>
          </a:xfrm>
          <a:prstGeom prst="rect">
            <a:avLst/>
          </a:prstGeom>
          <a:noFill/>
        </p:spPr>
        <p:txBody>
          <a:bodyPr wrap="square" rtlCol="0">
            <a:spAutoFit/>
          </a:bodyPr>
          <a:lstStyle/>
          <a:p>
            <a:pPr algn="just">
              <a:lnSpc>
                <a:spcPct val="150000"/>
              </a:lnSpc>
            </a:pPr>
            <a:r>
              <a:rPr lang="en-US" sz="1600" u="sng" dirty="0">
                <a:solidFill>
                  <a:schemeClr val="accent6">
                    <a:lumMod val="60000"/>
                    <a:lumOff val="40000"/>
                  </a:schemeClr>
                </a:solidFill>
                <a:cs typeface="Times New Roman" panose="02020603050405020304" pitchFamily="18" charset="0"/>
              </a:rPr>
              <a:t>[4] </a:t>
            </a:r>
            <a:r>
              <a:rPr lang="en-IN" sz="1600" dirty="0" err="1">
                <a:solidFill>
                  <a:schemeClr val="accent6">
                    <a:lumMod val="60000"/>
                    <a:lumOff val="40000"/>
                  </a:schemeClr>
                </a:solidFill>
                <a:latin typeface="Times New Roman" panose="02020603050405020304" pitchFamily="18" charset="0"/>
                <a:cs typeface="Times New Roman" panose="02020603050405020304" pitchFamily="18" charset="0"/>
              </a:rPr>
              <a:t>Bayu</a:t>
            </a: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 </a:t>
            </a:r>
            <a:r>
              <a:rPr lang="en-IN" sz="1600" dirty="0" err="1">
                <a:solidFill>
                  <a:schemeClr val="accent6">
                    <a:lumMod val="60000"/>
                    <a:lumOff val="40000"/>
                  </a:schemeClr>
                </a:solidFill>
                <a:latin typeface="Times New Roman" panose="02020603050405020304" pitchFamily="18" charset="0"/>
                <a:cs typeface="Times New Roman" panose="02020603050405020304" pitchFamily="18" charset="0"/>
              </a:rPr>
              <a:t>Setiaji</a:t>
            </a: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 Ferry Wahyu Wibowo , Department of Informatics Engineering STMIK AMIKOM Yogyakarta, Yogyakarta </a:t>
            </a:r>
            <a:r>
              <a:rPr lang="en-IN" sz="1600" b="1" dirty="0">
                <a:solidFill>
                  <a:schemeClr val="accent6">
                    <a:lumMod val="60000"/>
                    <a:lumOff val="40000"/>
                  </a:schemeClr>
                </a:solidFill>
                <a:latin typeface="Times New Roman" panose="02020603050405020304" pitchFamily="18" charset="0"/>
                <a:cs typeface="Times New Roman" panose="02020603050405020304" pitchFamily="18" charset="0"/>
              </a:rPr>
              <a:t>"Chatbot Using A Knowledge in Database-</a:t>
            </a:r>
            <a:r>
              <a:rPr lang="en-IN" sz="1600" b="1" dirty="0" err="1">
                <a:solidFill>
                  <a:schemeClr val="accent6">
                    <a:lumMod val="60000"/>
                    <a:lumOff val="40000"/>
                  </a:schemeClr>
                </a:solidFill>
                <a:latin typeface="Times New Roman" panose="02020603050405020304" pitchFamily="18" charset="0"/>
                <a:cs typeface="Times New Roman" panose="02020603050405020304" pitchFamily="18" charset="0"/>
              </a:rPr>
              <a:t>Humanto</a:t>
            </a:r>
            <a:r>
              <a:rPr lang="en-IN" sz="1600" b="1" dirty="0">
                <a:solidFill>
                  <a:schemeClr val="accent6">
                    <a:lumMod val="60000"/>
                    <a:lumOff val="40000"/>
                  </a:schemeClr>
                </a:solidFill>
                <a:latin typeface="Times New Roman" panose="02020603050405020304" pitchFamily="18" charset="0"/>
                <a:cs typeface="Times New Roman" panose="02020603050405020304" pitchFamily="18" charset="0"/>
              </a:rPr>
              <a:t>-Machine Conversation </a:t>
            </a:r>
            <a:r>
              <a:rPr lang="en-IN" sz="1600" b="1" dirty="0" err="1">
                <a:solidFill>
                  <a:schemeClr val="accent6">
                    <a:lumMod val="60000"/>
                    <a:lumOff val="40000"/>
                  </a:schemeClr>
                </a:solidFill>
                <a:latin typeface="Times New Roman" panose="02020603050405020304" pitchFamily="18" charset="0"/>
                <a:cs typeface="Times New Roman" panose="02020603050405020304" pitchFamily="18" charset="0"/>
              </a:rPr>
              <a:t>Modeling</a:t>
            </a:r>
            <a:r>
              <a:rPr lang="en-IN" sz="1600" b="1" dirty="0">
                <a:solidFill>
                  <a:schemeClr val="accent6">
                    <a:lumMod val="60000"/>
                    <a:lumOff val="40000"/>
                  </a:schemeClr>
                </a:solidFill>
                <a:latin typeface="Times New Roman" panose="02020603050405020304" pitchFamily="18" charset="0"/>
                <a:cs typeface="Times New Roman" panose="02020603050405020304" pitchFamily="18" charset="0"/>
              </a:rPr>
              <a:t>"</a:t>
            </a:r>
            <a:r>
              <a:rPr lang="en-IN" sz="1600" dirty="0">
                <a:solidFill>
                  <a:schemeClr val="accent6">
                    <a:lumMod val="60000"/>
                    <a:lumOff val="40000"/>
                  </a:schemeClr>
                </a:solidFill>
                <a:latin typeface="Times New Roman" panose="02020603050405020304" pitchFamily="18" charset="0"/>
                <a:cs typeface="Times New Roman" panose="02020603050405020304" pitchFamily="18" charset="0"/>
              </a:rPr>
              <a:t>. 2016 IEEE</a:t>
            </a:r>
          </a:p>
          <a:p>
            <a:pPr>
              <a:lnSpc>
                <a:spcPct val="150000"/>
              </a:lnSpc>
            </a:pPr>
            <a:endParaRPr lang="en-US" sz="1600" dirty="0">
              <a:solidFill>
                <a:schemeClr val="accent6">
                  <a:lumMod val="60000"/>
                  <a:lumOff val="40000"/>
                </a:schemeClr>
              </a:solidFill>
              <a:cs typeface="Times New Roman" panose="02020603050405020304" pitchFamily="18" charset="0"/>
            </a:endParaRPr>
          </a:p>
          <a:p>
            <a:pPr>
              <a:lnSpc>
                <a:spcPct val="150000"/>
              </a:lnSpc>
            </a:pPr>
            <a:endParaRPr lang="en-US" sz="1600" dirty="0">
              <a:solidFill>
                <a:schemeClr val="accent6">
                  <a:lumMod val="60000"/>
                  <a:lumOff val="40000"/>
                </a:schemeClr>
              </a:solidFill>
              <a:cs typeface="Times New Roman" panose="02020603050405020304" pitchFamily="18" charset="0"/>
            </a:endParaRPr>
          </a:p>
          <a:p>
            <a:pPr algn="just">
              <a:lnSpc>
                <a:spcPct val="150000"/>
              </a:lnSpc>
              <a:buFont typeface="Wingdings" panose="05000000000000000000" pitchFamily="2" charset="2"/>
              <a:buChar char="v"/>
            </a:pPr>
            <a:r>
              <a:rPr lang="en-IN" sz="1600" dirty="0">
                <a:solidFill>
                  <a:schemeClr val="tx1"/>
                </a:solidFill>
                <a:latin typeface="Times New Roman" panose="02020603050405020304" pitchFamily="18" charset="0"/>
                <a:cs typeface="Times New Roman" panose="02020603050405020304" pitchFamily="18" charset="0"/>
              </a:rPr>
              <a:t>This paper explains the sentence similarity measurement so that it easy to find difference between two sentences or strings.</a:t>
            </a:r>
          </a:p>
          <a:p>
            <a:pPr marL="0" indent="0" algn="just">
              <a:lnSpc>
                <a:spcPct val="150000"/>
              </a:lnSpc>
              <a:buNone/>
            </a:pPr>
            <a:endParaRPr lang="en-IN" sz="16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v"/>
            </a:pPr>
            <a:r>
              <a:rPr lang="en-IN" sz="1600" dirty="0">
                <a:solidFill>
                  <a:schemeClr val="tx1"/>
                </a:solidFill>
                <a:latin typeface="Times New Roman" panose="02020603050405020304" pitchFamily="18" charset="0"/>
                <a:cs typeface="Times New Roman" panose="02020603050405020304" pitchFamily="18" charset="0"/>
              </a:rPr>
              <a:t>It tells about the probability of calculating a sentence that could be probably represented as equation.</a:t>
            </a:r>
          </a:p>
          <a:p>
            <a:pPr algn="just">
              <a:lnSpc>
                <a:spcPct val="150000"/>
              </a:lnSpc>
              <a:buFont typeface="Wingdings" panose="05000000000000000000" pitchFamily="2" charset="2"/>
              <a:buChar char="v"/>
            </a:pPr>
            <a:endParaRPr lang="en-IN" sz="1600" dirty="0">
              <a:solidFill>
                <a:schemeClr val="tx1"/>
              </a:solidFill>
              <a:cs typeface="Times New Roman" panose="02020603050405020304" pitchFamily="18" charset="0"/>
            </a:endParaRPr>
          </a:p>
          <a:p>
            <a:pPr algn="ctr">
              <a:lnSpc>
                <a:spcPct val="150000"/>
              </a:lnSpc>
              <a:buFont typeface="Wingdings" panose="05000000000000000000" pitchFamily="2" charset="2"/>
              <a:buChar char="v"/>
            </a:pP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823D09F-721D-A208-7A07-2B563E146D6B}"/>
              </a:ext>
            </a:extLst>
          </p:cNvPr>
          <p:cNvPicPr>
            <a:picLocks noChangeAspect="1"/>
          </p:cNvPicPr>
          <p:nvPr/>
        </p:nvPicPr>
        <p:blipFill>
          <a:blip r:embed="rId2"/>
          <a:stretch>
            <a:fillRect/>
          </a:stretch>
        </p:blipFill>
        <p:spPr>
          <a:xfrm>
            <a:off x="3400927" y="5118935"/>
            <a:ext cx="1981200" cy="590550"/>
          </a:xfrm>
          <a:prstGeom prst="rect">
            <a:avLst/>
          </a:prstGeom>
        </p:spPr>
      </p:pic>
    </p:spTree>
    <p:extLst>
      <p:ext uri="{BB962C8B-B14F-4D97-AF65-F5344CB8AC3E}">
        <p14:creationId xmlns:p14="http://schemas.microsoft.com/office/powerpoint/2010/main" val="2169162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LITERATURE SURVEY-5</a:t>
            </a:r>
          </a:p>
        </p:txBody>
      </p:sp>
      <p:sp>
        <p:nvSpPr>
          <p:cNvPr id="6" name="TextBox 5">
            <a:extLst>
              <a:ext uri="{FF2B5EF4-FFF2-40B4-BE49-F238E27FC236}">
                <a16:creationId xmlns:a16="http://schemas.microsoft.com/office/drawing/2014/main" id="{A964AB3D-EE44-DFDC-35C9-196D1D05CF90}"/>
              </a:ext>
            </a:extLst>
          </p:cNvPr>
          <p:cNvSpPr txBox="1"/>
          <p:nvPr/>
        </p:nvSpPr>
        <p:spPr>
          <a:xfrm>
            <a:off x="487679" y="1032996"/>
            <a:ext cx="8342811" cy="2800767"/>
          </a:xfrm>
          <a:prstGeom prst="rect">
            <a:avLst/>
          </a:prstGeom>
          <a:noFill/>
        </p:spPr>
        <p:txBody>
          <a:bodyPr wrap="square" rtlCol="0">
            <a:spAutoFit/>
          </a:bodyPr>
          <a:lstStyle/>
          <a:p>
            <a:r>
              <a:rPr lang="en-US" sz="1600" u="sng" dirty="0">
                <a:solidFill>
                  <a:schemeClr val="accent6">
                    <a:lumMod val="60000"/>
                    <a:lumOff val="40000"/>
                  </a:schemeClr>
                </a:solidFill>
                <a:cs typeface="Times New Roman" panose="02020603050405020304" pitchFamily="18" charset="0"/>
              </a:rPr>
              <a:t>[5] </a:t>
            </a:r>
            <a:r>
              <a:rPr lang="en-US" sz="1600" dirty="0">
                <a:solidFill>
                  <a:schemeClr val="accent6">
                    <a:lumMod val="60000"/>
                    <a:lumOff val="40000"/>
                  </a:schemeClr>
                </a:solidFill>
                <a:cs typeface="Times New Roman" panose="02020603050405020304" pitchFamily="18" charset="0"/>
              </a:rPr>
              <a:t>George </a:t>
            </a:r>
            <a:r>
              <a:rPr lang="en-US" sz="1600" dirty="0" err="1">
                <a:solidFill>
                  <a:schemeClr val="accent6">
                    <a:lumMod val="60000"/>
                    <a:lumOff val="40000"/>
                  </a:schemeClr>
                </a:solidFill>
                <a:cs typeface="Times New Roman" panose="02020603050405020304" pitchFamily="18" charset="0"/>
              </a:rPr>
              <a:t>Terzopoulos;Maya</a:t>
            </a:r>
            <a:r>
              <a:rPr lang="en-US" sz="1600" dirty="0">
                <a:solidFill>
                  <a:schemeClr val="accent6">
                    <a:lumMod val="60000"/>
                    <a:lumOff val="40000"/>
                  </a:schemeClr>
                </a:solidFill>
                <a:cs typeface="Times New Roman" panose="02020603050405020304" pitchFamily="18" charset="0"/>
              </a:rPr>
              <a:t> </a:t>
            </a:r>
            <a:r>
              <a:rPr lang="en-US" sz="1600" dirty="0" err="1">
                <a:solidFill>
                  <a:schemeClr val="accent6">
                    <a:lumMod val="60000"/>
                    <a:lumOff val="40000"/>
                  </a:schemeClr>
                </a:solidFill>
                <a:cs typeface="Times New Roman" panose="02020603050405020304" pitchFamily="18" charset="0"/>
              </a:rPr>
              <a:t>Satratzemi</a:t>
            </a:r>
            <a:r>
              <a:rPr lang="en-US" sz="1600" dirty="0">
                <a:solidFill>
                  <a:schemeClr val="accent6">
                    <a:lumMod val="60000"/>
                    <a:lumOff val="40000"/>
                  </a:schemeClr>
                </a:solidFill>
                <a:cs typeface="Times New Roman" panose="02020603050405020304" pitchFamily="18" charset="0"/>
              </a:rPr>
              <a:t>, </a:t>
            </a:r>
            <a:r>
              <a:rPr lang="en-US" sz="1600" b="1" dirty="0">
                <a:solidFill>
                  <a:schemeClr val="accent6">
                    <a:lumMod val="60000"/>
                    <a:lumOff val="40000"/>
                  </a:schemeClr>
                </a:solidFill>
                <a:cs typeface="Times New Roman" panose="02020603050405020304" pitchFamily="18" charset="0"/>
              </a:rPr>
              <a:t>“Voice Assistants and Artificial Intelligence in Education”</a:t>
            </a:r>
            <a:r>
              <a:rPr lang="en-US" sz="1600" dirty="0">
                <a:solidFill>
                  <a:schemeClr val="accent6">
                    <a:lumMod val="60000"/>
                    <a:lumOff val="40000"/>
                  </a:schemeClr>
                </a:solidFill>
                <a:cs typeface="Times New Roman" panose="02020603050405020304" pitchFamily="18" charset="0"/>
              </a:rPr>
              <a:t>,</a:t>
            </a:r>
            <a:r>
              <a:rPr lang="en-US" sz="1600" b="1" dirty="0">
                <a:solidFill>
                  <a:schemeClr val="accent6">
                    <a:lumMod val="60000"/>
                    <a:lumOff val="40000"/>
                  </a:schemeClr>
                </a:solidFill>
                <a:cs typeface="Times New Roman" panose="02020603050405020304" pitchFamily="18" charset="0"/>
              </a:rPr>
              <a:t> </a:t>
            </a:r>
            <a:r>
              <a:rPr lang="en-US" sz="1600" dirty="0">
                <a:solidFill>
                  <a:schemeClr val="accent6">
                    <a:lumMod val="60000"/>
                    <a:lumOff val="40000"/>
                  </a:schemeClr>
                </a:solidFill>
                <a:cs typeface="Times New Roman" panose="02020603050405020304" pitchFamily="18" charset="0"/>
              </a:rPr>
              <a:t>in Department of applied informatics on 26 September,2019</a:t>
            </a:r>
          </a:p>
          <a:p>
            <a:pPr>
              <a:lnSpc>
                <a:spcPct val="150000"/>
              </a:lnSpc>
            </a:pPr>
            <a:endParaRPr lang="en-US" sz="1600" dirty="0">
              <a:solidFill>
                <a:schemeClr val="accent6">
                  <a:lumMod val="60000"/>
                  <a:lumOff val="40000"/>
                </a:schemeClr>
              </a:solidFill>
              <a:cs typeface="Times New Roman" panose="02020603050405020304" pitchFamily="18" charset="0"/>
            </a:endParaRPr>
          </a:p>
          <a:p>
            <a:pPr>
              <a:lnSpc>
                <a:spcPct val="150000"/>
              </a:lnSpc>
            </a:pPr>
            <a:endParaRPr lang="en-US" sz="1600" dirty="0">
              <a:solidFill>
                <a:schemeClr val="accent6">
                  <a:lumMod val="60000"/>
                  <a:lumOff val="40000"/>
                </a:schemeClr>
              </a:solidFill>
              <a:cs typeface="Times New Roman" panose="02020603050405020304" pitchFamily="18" charset="0"/>
            </a:endParaRPr>
          </a:p>
          <a:p>
            <a:pPr algn="just">
              <a:buFont typeface="Wingdings" panose="05000000000000000000" pitchFamily="2" charset="2"/>
              <a:buChar char="v"/>
            </a:pPr>
            <a:r>
              <a:rPr lang="en-IN" sz="1600" dirty="0">
                <a:solidFill>
                  <a:schemeClr val="tx1"/>
                </a:solidFill>
                <a:latin typeface="Times New Roman" panose="02020603050405020304" pitchFamily="18" charset="0"/>
                <a:cs typeface="Times New Roman" panose="02020603050405020304" pitchFamily="18" charset="0"/>
              </a:rPr>
              <a:t> In this , Word Order Similarity Between Sentences is explained and tells the importance of Word order Similarity in Building a Virtual Assistant.</a:t>
            </a:r>
          </a:p>
          <a:p>
            <a:pPr marL="0" indent="0" algn="just">
              <a:buNone/>
            </a:pPr>
            <a:endParaRPr lang="en-IN" sz="16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IN" sz="16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IN" sz="1600" dirty="0">
                <a:solidFill>
                  <a:schemeClr val="tx1"/>
                </a:solidFill>
                <a:latin typeface="Times New Roman" panose="02020603050405020304" pitchFamily="18" charset="0"/>
                <a:cs typeface="Times New Roman" panose="02020603050405020304" pitchFamily="18" charset="0"/>
              </a:rPr>
              <a:t>  Porter stemming algorithm is used here for building a chat bot for College Management system , where Porter Stemming Algorithm is a process for removing suffixes from words in English.</a:t>
            </a:r>
            <a:r>
              <a:rPr lang="en-US" sz="1050" dirty="0">
                <a:solidFill>
                  <a:schemeClr val="tx1"/>
                </a:solidFill>
              </a:rPr>
              <a:t> </a:t>
            </a:r>
          </a:p>
        </p:txBody>
      </p:sp>
    </p:spTree>
    <p:extLst>
      <p:ext uri="{BB962C8B-B14F-4D97-AF65-F5344CB8AC3E}">
        <p14:creationId xmlns:p14="http://schemas.microsoft.com/office/powerpoint/2010/main" val="3125683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METHODOLOGY-1</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Content Placeholder 2">
            <a:extLst>
              <a:ext uri="{FF2B5EF4-FFF2-40B4-BE49-F238E27FC236}">
                <a16:creationId xmlns:a16="http://schemas.microsoft.com/office/drawing/2014/main" id="{2395B4EB-D8BA-13A4-3A48-79885ADCCB9A}"/>
              </a:ext>
            </a:extLst>
          </p:cNvPr>
          <p:cNvSpPr txBox="1">
            <a:spLocks/>
          </p:cNvSpPr>
          <p:nvPr/>
        </p:nvSpPr>
        <p:spPr>
          <a:xfrm>
            <a:off x="388620" y="734470"/>
            <a:ext cx="8558981" cy="5938684"/>
          </a:xfrm>
          <a:prstGeom prst="rect">
            <a:avLst/>
          </a:prstGeom>
        </p:spPr>
        <p:txBody>
          <a:bodyPr/>
          <a:lstStyle>
            <a:lvl1pPr marL="342891" indent="-342891" algn="l" rtl="0" eaLnBrk="1" fontAlgn="base" hangingPunct="1">
              <a:spcBef>
                <a:spcPct val="20000"/>
              </a:spcBef>
              <a:spcAft>
                <a:spcPct val="0"/>
              </a:spcAft>
              <a:buChar char="•"/>
              <a:defRPr sz="3200">
                <a:solidFill>
                  <a:schemeClr val="tx1"/>
                </a:solidFill>
                <a:latin typeface="+mn-lt"/>
                <a:ea typeface="+mn-ea"/>
                <a:cs typeface="+mn-cs"/>
              </a:defRPr>
            </a:lvl1pPr>
            <a:lvl2pPr marL="742932" indent="-285744" algn="l" rtl="0" eaLnBrk="1" fontAlgn="base" hangingPunct="1">
              <a:spcBef>
                <a:spcPct val="20000"/>
              </a:spcBef>
              <a:spcAft>
                <a:spcPct val="0"/>
              </a:spcAft>
              <a:buChar char="–"/>
              <a:defRPr sz="2800">
                <a:solidFill>
                  <a:schemeClr val="tx1"/>
                </a:solidFill>
                <a:latin typeface="+mn-lt"/>
                <a:ea typeface="+mn-ea"/>
                <a:cs typeface="+mn-cs"/>
              </a:defRPr>
            </a:lvl2pPr>
            <a:lvl3pPr marL="1142971" indent="-228594" algn="l" rtl="0" eaLnBrk="1" fontAlgn="base" hangingPunct="1">
              <a:spcBef>
                <a:spcPct val="20000"/>
              </a:spcBef>
              <a:spcAft>
                <a:spcPct val="0"/>
              </a:spcAft>
              <a:buChar char="•"/>
              <a:defRPr sz="2400">
                <a:solidFill>
                  <a:schemeClr val="tx1"/>
                </a:solidFill>
                <a:latin typeface="+mn-lt"/>
                <a:ea typeface="+mn-ea"/>
                <a:cs typeface="+mn-cs"/>
              </a:defRPr>
            </a:lvl3pPr>
            <a:lvl4pPr marL="1600160" indent="-228594" algn="l" rtl="0" eaLnBrk="1" fontAlgn="base" hangingPunct="1">
              <a:spcBef>
                <a:spcPct val="20000"/>
              </a:spcBef>
              <a:spcAft>
                <a:spcPct val="0"/>
              </a:spcAft>
              <a:buChar char="–"/>
              <a:defRPr sz="2000">
                <a:solidFill>
                  <a:schemeClr val="tx1"/>
                </a:solidFill>
                <a:latin typeface="+mn-lt"/>
                <a:ea typeface="+mn-ea"/>
                <a:cs typeface="+mn-cs"/>
              </a:defRPr>
            </a:lvl4pPr>
            <a:lvl5pPr marL="2057349" indent="-228594" algn="l" rtl="0" eaLnBrk="1" fontAlgn="base" hangingPunct="1">
              <a:spcBef>
                <a:spcPct val="20000"/>
              </a:spcBef>
              <a:spcAft>
                <a:spcPct val="0"/>
              </a:spcAft>
              <a:buChar char="»"/>
              <a:defRPr sz="2000">
                <a:solidFill>
                  <a:schemeClr val="tx1"/>
                </a:solidFill>
                <a:latin typeface="+mn-lt"/>
                <a:ea typeface="+mn-ea"/>
                <a:cs typeface="+mn-cs"/>
              </a:defRPr>
            </a:lvl5pPr>
            <a:lvl6pPr marL="2514537" indent="-228594" algn="l" rtl="0" eaLnBrk="1" fontAlgn="base" hangingPunct="1">
              <a:spcBef>
                <a:spcPct val="20000"/>
              </a:spcBef>
              <a:spcAft>
                <a:spcPct val="0"/>
              </a:spcAft>
              <a:buChar char="»"/>
              <a:defRPr sz="2000">
                <a:solidFill>
                  <a:schemeClr val="tx1"/>
                </a:solidFill>
                <a:latin typeface="+mn-lt"/>
                <a:ea typeface="+mn-ea"/>
                <a:cs typeface="+mn-cs"/>
              </a:defRPr>
            </a:lvl6pPr>
            <a:lvl7pPr marL="2971726" indent="-228594" algn="l" rtl="0" eaLnBrk="1" fontAlgn="base" hangingPunct="1">
              <a:spcBef>
                <a:spcPct val="20000"/>
              </a:spcBef>
              <a:spcAft>
                <a:spcPct val="0"/>
              </a:spcAft>
              <a:buChar char="»"/>
              <a:defRPr sz="2000">
                <a:solidFill>
                  <a:schemeClr val="tx1"/>
                </a:solidFill>
                <a:latin typeface="+mn-lt"/>
                <a:ea typeface="+mn-ea"/>
                <a:cs typeface="+mn-cs"/>
              </a:defRPr>
            </a:lvl7pPr>
            <a:lvl8pPr marL="3428914" indent="-228594" algn="l" rtl="0" eaLnBrk="1" fontAlgn="base" hangingPunct="1">
              <a:spcBef>
                <a:spcPct val="20000"/>
              </a:spcBef>
              <a:spcAft>
                <a:spcPct val="0"/>
              </a:spcAft>
              <a:buChar char="»"/>
              <a:defRPr sz="2000">
                <a:solidFill>
                  <a:schemeClr val="tx1"/>
                </a:solidFill>
                <a:latin typeface="+mn-lt"/>
                <a:ea typeface="+mn-ea"/>
                <a:cs typeface="+mn-cs"/>
              </a:defRPr>
            </a:lvl8pPr>
            <a:lvl9pPr marL="3886103" indent="-228594" algn="l" rtl="0" eaLnBrk="1" fontAlgn="base" hangingPunct="1">
              <a:spcBef>
                <a:spcPct val="20000"/>
              </a:spcBef>
              <a:spcAft>
                <a:spcPct val="0"/>
              </a:spcAft>
              <a:buChar char="»"/>
              <a:defRPr sz="2000">
                <a:solidFill>
                  <a:schemeClr val="tx1"/>
                </a:solidFill>
                <a:latin typeface="+mn-lt"/>
                <a:ea typeface="+mn-ea"/>
                <a:cs typeface="+mn-cs"/>
              </a:defRPr>
            </a:lvl9pPr>
          </a:lstStyle>
          <a:p>
            <a:pPr marL="0" indent="0">
              <a:buFontTx/>
              <a:buNone/>
            </a:pPr>
            <a:endParaRPr lang="en-IN" sz="1600" b="1" kern="0" dirty="0">
              <a:latin typeface="Times New Roman" panose="02020603050405020304" pitchFamily="18" charset="0"/>
              <a:cs typeface="Times New Roman" panose="02020603050405020304" pitchFamily="18" charset="0"/>
            </a:endParaRPr>
          </a:p>
          <a:p>
            <a:pPr marL="0" indent="0">
              <a:buFontTx/>
              <a:buNone/>
            </a:pPr>
            <a:r>
              <a:rPr lang="en-IN" sz="1600" b="1" kern="0" dirty="0">
                <a:latin typeface="Times New Roman" panose="02020603050405020304" pitchFamily="18" charset="0"/>
                <a:cs typeface="Times New Roman" panose="02020603050405020304" pitchFamily="18" charset="0"/>
              </a:rPr>
              <a:t>Speech Synthesizer Algorithm:</a:t>
            </a:r>
          </a:p>
          <a:p>
            <a:pPr>
              <a:lnSpc>
                <a:spcPct val="150000"/>
              </a:lnSpc>
              <a:buFont typeface="Wingdings" panose="05000000000000000000" pitchFamily="2" charset="2"/>
              <a:buChar char="v"/>
            </a:pPr>
            <a:endParaRPr lang="en-IN" sz="1600" kern="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r>
              <a:rPr lang="en-IN" sz="1600" kern="0" dirty="0">
                <a:latin typeface="Times New Roman" panose="02020603050405020304" pitchFamily="18" charset="0"/>
                <a:cs typeface="Times New Roman" panose="02020603050405020304" pitchFamily="18" charset="0"/>
              </a:rPr>
              <a:t>1. NLP Core Engine process the input given by the user so that it can be sent to the speech synthesizer to respond.</a:t>
            </a:r>
          </a:p>
          <a:p>
            <a:pPr>
              <a:lnSpc>
                <a:spcPct val="150000"/>
              </a:lnSpc>
              <a:buFont typeface="Wingdings" panose="05000000000000000000" pitchFamily="2" charset="2"/>
              <a:buChar char="v"/>
            </a:pPr>
            <a:r>
              <a:rPr lang="en-IN" sz="1600" kern="0" dirty="0">
                <a:latin typeface="Times New Roman" panose="02020603050405020304" pitchFamily="18" charset="0"/>
                <a:cs typeface="Times New Roman" panose="02020603050405020304" pitchFamily="18" charset="0"/>
              </a:rPr>
              <a:t>2. Microsoft Speech Synthesizer is used which consists of  STT.</a:t>
            </a:r>
          </a:p>
          <a:p>
            <a:pPr marL="0" indent="0">
              <a:lnSpc>
                <a:spcPct val="150000"/>
              </a:lnSpc>
              <a:buFontTx/>
              <a:buNone/>
            </a:pPr>
            <a:r>
              <a:rPr lang="en-IN" sz="1600" kern="0" dirty="0">
                <a:latin typeface="Times New Roman" panose="02020603050405020304" pitchFamily="18" charset="0"/>
                <a:cs typeface="Times New Roman" panose="02020603050405020304" pitchFamily="18" charset="0"/>
              </a:rPr>
              <a:t>         </a:t>
            </a:r>
            <a:r>
              <a:rPr lang="en-US" sz="1600" kern="0" dirty="0">
                <a:latin typeface="Times New Roman" panose="02020603050405020304" pitchFamily="18" charset="0"/>
                <a:cs typeface="Times New Roman" panose="02020603050405020304" pitchFamily="18" charset="0"/>
              </a:rPr>
              <a:t>STT is speech to text, it sound or voice receive from user is converted to text</a:t>
            </a:r>
          </a:p>
          <a:p>
            <a:pPr marL="0" indent="0">
              <a:lnSpc>
                <a:spcPct val="150000"/>
              </a:lnSpc>
              <a:buFontTx/>
              <a:buNone/>
            </a:pPr>
            <a:r>
              <a:rPr lang="en-US" sz="1600" kern="0" dirty="0">
                <a:latin typeface="Times New Roman" panose="02020603050405020304" pitchFamily="18" charset="0"/>
                <a:cs typeface="Times New Roman" panose="02020603050405020304" pitchFamily="18" charset="0"/>
              </a:rPr>
              <a:t>         for processing of information by bot.</a:t>
            </a:r>
          </a:p>
          <a:p>
            <a:pPr marL="0" indent="0">
              <a:lnSpc>
                <a:spcPct val="150000"/>
              </a:lnSpc>
              <a:buFontTx/>
              <a:buNone/>
            </a:pPr>
            <a:r>
              <a:rPr lang="en-US" sz="1600" kern="0" dirty="0">
                <a:latin typeface="Times New Roman" panose="02020603050405020304" pitchFamily="18" charset="0"/>
                <a:cs typeface="Times New Roman" panose="02020603050405020304" pitchFamily="18" charset="0"/>
              </a:rPr>
              <a:t>         Then its responds according to the input given by the user.</a:t>
            </a:r>
            <a:endParaRPr lang="en-IN" sz="1600" kern="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endParaRPr lang="en-IN" sz="1800" kern="0"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v"/>
            </a:pPr>
            <a:endParaRPr lang="en-IN" sz="18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402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METHODOLOGY-2</a:t>
            </a:r>
          </a:p>
        </p:txBody>
      </p:sp>
      <p:pic>
        <p:nvPicPr>
          <p:cNvPr id="4" name="Picture 3">
            <a:extLst>
              <a:ext uri="{FF2B5EF4-FFF2-40B4-BE49-F238E27FC236}">
                <a16:creationId xmlns:a16="http://schemas.microsoft.com/office/drawing/2014/main" id="{CCE50A95-2673-45FE-1526-C0BE3C095A55}"/>
              </a:ext>
            </a:extLst>
          </p:cNvPr>
          <p:cNvPicPr/>
          <p:nvPr/>
        </p:nvPicPr>
        <p:blipFill>
          <a:blip r:embed="rId2"/>
          <a:stretch>
            <a:fillRect/>
          </a:stretch>
        </p:blipFill>
        <p:spPr>
          <a:xfrm>
            <a:off x="1495625" y="2913386"/>
            <a:ext cx="6152749" cy="3437272"/>
          </a:xfrm>
          <a:prstGeom prst="rect">
            <a:avLst/>
          </a:prstGeom>
        </p:spPr>
      </p:pic>
      <p:sp>
        <p:nvSpPr>
          <p:cNvPr id="5" name="TextBox 4">
            <a:extLst>
              <a:ext uri="{FF2B5EF4-FFF2-40B4-BE49-F238E27FC236}">
                <a16:creationId xmlns:a16="http://schemas.microsoft.com/office/drawing/2014/main" id="{15CDE5F5-C024-6561-60C9-3751513BA671}"/>
              </a:ext>
            </a:extLst>
          </p:cNvPr>
          <p:cNvSpPr txBox="1"/>
          <p:nvPr/>
        </p:nvSpPr>
        <p:spPr>
          <a:xfrm>
            <a:off x="625644" y="986589"/>
            <a:ext cx="8301789" cy="2031325"/>
          </a:xfrm>
          <a:prstGeom prst="rect">
            <a:avLst/>
          </a:prstGeom>
          <a:noFill/>
        </p:spPr>
        <p:txBody>
          <a:bodyPr wrap="square" rtlCol="0">
            <a:spAutoFit/>
          </a:bodyPr>
          <a:lstStyle/>
          <a:p>
            <a:r>
              <a:rPr lang="en-US" sz="1800" dirty="0">
                <a:solidFill>
                  <a:schemeClr val="tx1"/>
                </a:solidFill>
              </a:rPr>
              <a:t>Steps involved in </a:t>
            </a:r>
            <a:r>
              <a:rPr lang="en-US" sz="1800" b="1" dirty="0">
                <a:solidFill>
                  <a:schemeClr val="tx1"/>
                </a:solidFill>
              </a:rPr>
              <a:t>Data Flow Sequence </a:t>
            </a:r>
            <a:r>
              <a:rPr lang="en-US" sz="1800" dirty="0">
                <a:solidFill>
                  <a:schemeClr val="tx1"/>
                </a:solidFill>
              </a:rPr>
              <a:t>Algorithm:</a:t>
            </a:r>
          </a:p>
          <a:p>
            <a:pPr marL="285750" indent="-285750">
              <a:buFont typeface="Wingdings" panose="05000000000000000000" pitchFamily="2" charset="2"/>
              <a:buChar char="v"/>
            </a:pPr>
            <a:endParaRPr lang="en-US" sz="1800" dirty="0">
              <a:solidFill>
                <a:schemeClr val="tx1"/>
              </a:solidFill>
            </a:endParaRPr>
          </a:p>
          <a:p>
            <a:pPr marL="285750" indent="-285750">
              <a:buFont typeface="Wingdings" panose="05000000000000000000" pitchFamily="2" charset="2"/>
              <a:buChar char="v"/>
            </a:pPr>
            <a:r>
              <a:rPr lang="en-US" sz="1800" b="1" dirty="0">
                <a:solidFill>
                  <a:schemeClr val="tx1"/>
                </a:solidFill>
              </a:rPr>
              <a:t>Initialize device </a:t>
            </a:r>
          </a:p>
          <a:p>
            <a:pPr marL="285750" indent="-285750">
              <a:buFont typeface="Wingdings" panose="05000000000000000000" pitchFamily="2" charset="2"/>
              <a:buChar char="v"/>
            </a:pPr>
            <a:r>
              <a:rPr lang="en-US" sz="1800" b="1" dirty="0">
                <a:solidFill>
                  <a:schemeClr val="tx1"/>
                </a:solidFill>
              </a:rPr>
              <a:t>Task Manager</a:t>
            </a:r>
          </a:p>
          <a:p>
            <a:pPr marL="285750" indent="-285750">
              <a:buFont typeface="Wingdings" panose="05000000000000000000" pitchFamily="2" charset="2"/>
              <a:buChar char="v"/>
            </a:pPr>
            <a:r>
              <a:rPr lang="en-US" sz="1800" b="1" dirty="0">
                <a:solidFill>
                  <a:schemeClr val="tx1"/>
                </a:solidFill>
              </a:rPr>
              <a:t>Service Manager : </a:t>
            </a:r>
            <a:r>
              <a:rPr lang="en-US" sz="1800" dirty="0">
                <a:solidFill>
                  <a:schemeClr val="tx1"/>
                </a:solidFill>
              </a:rPr>
              <a:t>Analyses the commands and matches them with servers</a:t>
            </a:r>
          </a:p>
          <a:p>
            <a:pPr marL="285750" indent="-285750">
              <a:buFont typeface="Wingdings" panose="05000000000000000000" pitchFamily="2" charset="2"/>
              <a:buChar char="v"/>
            </a:pPr>
            <a:r>
              <a:rPr lang="en-US" sz="1800" b="1" dirty="0">
                <a:solidFill>
                  <a:schemeClr val="tx1"/>
                </a:solidFill>
              </a:rPr>
              <a:t>Execute Command </a:t>
            </a:r>
            <a:r>
              <a:rPr lang="en-US" sz="1800" dirty="0">
                <a:solidFill>
                  <a:schemeClr val="tx1"/>
                </a:solidFill>
              </a:rPr>
              <a:t>: When the matching found for commands , run the </a:t>
            </a:r>
            <a:r>
              <a:rPr lang="en-US" sz="1800" dirty="0" err="1">
                <a:solidFill>
                  <a:schemeClr val="tx1"/>
                </a:solidFill>
              </a:rPr>
              <a:t>py</a:t>
            </a:r>
            <a:r>
              <a:rPr lang="en-US" sz="1800" dirty="0">
                <a:solidFill>
                  <a:schemeClr val="tx1"/>
                </a:solidFill>
              </a:rPr>
              <a:t> script and gives response</a:t>
            </a:r>
            <a:endParaRPr lang="en-IN" sz="1800" dirty="0">
              <a:solidFill>
                <a:schemeClr val="tx1"/>
              </a:solidFill>
            </a:endParaRPr>
          </a:p>
        </p:txBody>
      </p:sp>
    </p:spTree>
    <p:extLst>
      <p:ext uri="{BB962C8B-B14F-4D97-AF65-F5344CB8AC3E}">
        <p14:creationId xmlns:p14="http://schemas.microsoft.com/office/powerpoint/2010/main" val="2859738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70879"/>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METHODOLOGY-3</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5" name="TextBox 4">
            <a:extLst>
              <a:ext uri="{FF2B5EF4-FFF2-40B4-BE49-F238E27FC236}">
                <a16:creationId xmlns:a16="http://schemas.microsoft.com/office/drawing/2014/main" id="{0EB8D12A-0667-D336-1593-BE9C11F0AEC8}"/>
              </a:ext>
            </a:extLst>
          </p:cNvPr>
          <p:cNvSpPr txBox="1"/>
          <p:nvPr/>
        </p:nvSpPr>
        <p:spPr>
          <a:xfrm>
            <a:off x="485774" y="1074656"/>
            <a:ext cx="8309433" cy="4197559"/>
          </a:xfrm>
          <a:prstGeom prst="rect">
            <a:avLst/>
          </a:prstGeom>
          <a:noFill/>
        </p:spPr>
        <p:txBody>
          <a:bodyPr wrap="square">
            <a:spAutoFit/>
          </a:bodyPr>
          <a:lstStyle/>
          <a:p>
            <a:pPr marL="285750" indent="-285750" algn="just">
              <a:lnSpc>
                <a:spcPct val="150000"/>
              </a:lnSpc>
              <a:buFont typeface="Wingdings" panose="05000000000000000000" pitchFamily="2" charset="2"/>
              <a:buChar char="v"/>
            </a:pPr>
            <a:endPar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v"/>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800" dirty="0">
                <a:solidFill>
                  <a:schemeClr val="tx1"/>
                </a:solidFill>
                <a:ea typeface="Times New Roman" panose="02020603050405020304" pitchFamily="18" charset="0"/>
                <a:cs typeface="Times New Roman" panose="02020603050405020304" pitchFamily="18" charset="0"/>
              </a:rPr>
              <a:t>Virtual Assistant</a:t>
            </a: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consists of core and interface accessing that core. The core is in RDBMS being database.</a:t>
            </a:r>
          </a:p>
          <a:p>
            <a:pPr marL="285750" indent="-285750" algn="just">
              <a:lnSpc>
                <a:spcPct val="150000"/>
              </a:lnSpc>
              <a:buFont typeface="Wingdings" panose="05000000000000000000" pitchFamily="2" charset="2"/>
              <a:buChar char="v"/>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database consists of tables to store knowledge, while the interpreter is a stored program of function and procedure sets for requiring of pattern matching.</a:t>
            </a:r>
          </a:p>
          <a:p>
            <a:pPr marL="285750" indent="-285750" algn="just">
              <a:lnSpc>
                <a:spcPct val="150000"/>
              </a:lnSpc>
              <a:buFont typeface="Wingdings" panose="05000000000000000000" pitchFamily="2" charset="2"/>
              <a:buChar char="v"/>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The interface could be a standalone application that can be employed by user for chatting or conversation. It can also be employed by service that needs additional client application to converse with the user. </a:t>
            </a:r>
          </a:p>
          <a:p>
            <a:pPr marL="285750" indent="-285750" algn="just">
              <a:lnSpc>
                <a:spcPct val="150000"/>
              </a:lnSpc>
              <a:buFont typeface="Wingdings" panose="05000000000000000000" pitchFamily="2" charset="2"/>
              <a:buChar char="v"/>
            </a:pPr>
            <a:r>
              <a:rPr lang="en-IN"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This application in the interface side can be expanded more over as user needs it and can also be written using other programming languages.</a:t>
            </a:r>
            <a:endPar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9587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61452"/>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METHODOLOGY-3</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pic>
        <p:nvPicPr>
          <p:cNvPr id="4" name="Picture Placeholder 5">
            <a:extLst>
              <a:ext uri="{FF2B5EF4-FFF2-40B4-BE49-F238E27FC236}">
                <a16:creationId xmlns:a16="http://schemas.microsoft.com/office/drawing/2014/main" id="{0B9565DD-C420-1E2E-61BD-68BD93A7A9D4}"/>
              </a:ext>
            </a:extLst>
          </p:cNvPr>
          <p:cNvPicPr>
            <a:picLocks noChangeAspect="1"/>
          </p:cNvPicPr>
          <p:nvPr/>
        </p:nvPicPr>
        <p:blipFill>
          <a:blip r:embed="rId2">
            <a:extLst>
              <a:ext uri="{28A0092B-C50C-407E-A947-70E740481C1C}">
                <a14:useLocalDpi xmlns:a14="http://schemas.microsoft.com/office/drawing/2010/main" val="0"/>
              </a:ext>
            </a:extLst>
          </a:blip>
          <a:srcRect l="3386" r="3386"/>
          <a:stretch>
            <a:fillRect/>
          </a:stretch>
        </p:blipFill>
        <p:spPr>
          <a:xfrm>
            <a:off x="811263" y="1044862"/>
            <a:ext cx="7521473" cy="4289691"/>
          </a:xfrm>
          <a:prstGeom prst="rect">
            <a:avLst/>
          </a:prstGeom>
        </p:spPr>
      </p:pic>
      <p:sp>
        <p:nvSpPr>
          <p:cNvPr id="6" name="TextBox 5">
            <a:extLst>
              <a:ext uri="{FF2B5EF4-FFF2-40B4-BE49-F238E27FC236}">
                <a16:creationId xmlns:a16="http://schemas.microsoft.com/office/drawing/2014/main" id="{E146996B-D425-F339-807B-D090E2396F85}"/>
              </a:ext>
            </a:extLst>
          </p:cNvPr>
          <p:cNvSpPr txBox="1"/>
          <p:nvPr/>
        </p:nvSpPr>
        <p:spPr>
          <a:xfrm>
            <a:off x="2465721" y="5212973"/>
            <a:ext cx="5342774" cy="923330"/>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This </a:t>
            </a:r>
            <a:r>
              <a:rPr lang="en-US" sz="1800" dirty="0">
                <a:cs typeface="Times New Roman" panose="02020603050405020304" pitchFamily="18" charset="0"/>
              </a:rPr>
              <a:t>Virtual Assistant</a:t>
            </a:r>
            <a:r>
              <a:rPr lang="en-US" sz="1800" dirty="0">
                <a:latin typeface="Times New Roman" panose="02020603050405020304" pitchFamily="18" charset="0"/>
                <a:cs typeface="Times New Roman" panose="02020603050405020304" pitchFamily="18" charset="0"/>
              </a:rPr>
              <a:t> consists of core and interface accessing that core. The core is in RDBMS being database</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358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16406" y="66655"/>
            <a:ext cx="4592542" cy="523220"/>
          </a:xfrm>
          <a:prstGeom prst="rect">
            <a:avLst/>
          </a:prstGeom>
          <a:noFill/>
        </p:spPr>
        <p:txBody>
          <a:bodyPr wrap="square" rtlCol="0">
            <a:spAutoFit/>
          </a:bodyPr>
          <a:lstStyle/>
          <a:p>
            <a:r>
              <a:rPr lang="en-IN" sz="2800" b="1" dirty="0">
                <a:solidFill>
                  <a:srgbClr val="FF9900"/>
                </a:solidFill>
                <a:cs typeface="Times New Roman" panose="02020603050405020304" pitchFamily="18" charset="0"/>
              </a:rPr>
              <a:t>METHODOLOGY-4</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584775"/>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42EDC5-32C5-7AB6-6A93-7619D3E9E2A7}"/>
              </a:ext>
            </a:extLst>
          </p:cNvPr>
          <p:cNvSpPr txBox="1"/>
          <p:nvPr/>
        </p:nvSpPr>
        <p:spPr>
          <a:xfrm>
            <a:off x="577516" y="1090102"/>
            <a:ext cx="8181473" cy="3372077"/>
          </a:xfrm>
          <a:prstGeom prst="rect">
            <a:avLst/>
          </a:prstGeom>
          <a:noFill/>
        </p:spPr>
        <p:txBody>
          <a:bodyPr wrap="square" rtlCol="0">
            <a:spAutoFit/>
          </a:bodyPr>
          <a:lstStyle/>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Porter stemming algorithm (or 'Porter stemmer') is a process for removing suffixes from words in English. Removing suffixes automatically is an operation which is especially useful in the field of information retrieval. </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Following are the steps of this algorithm:- </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[1]Gets rid of plurals and -ed or -</a:t>
            </a:r>
            <a:r>
              <a:rPr lang="en-US" sz="1600" dirty="0" err="1">
                <a:solidFill>
                  <a:schemeClr val="tx1"/>
                </a:solidFill>
                <a:latin typeface="Times New Roman" panose="02020603050405020304" pitchFamily="18" charset="0"/>
                <a:cs typeface="Times New Roman" panose="02020603050405020304" pitchFamily="18" charset="0"/>
              </a:rPr>
              <a:t>ing</a:t>
            </a:r>
            <a:r>
              <a:rPr lang="en-US" sz="1600" dirty="0">
                <a:solidFill>
                  <a:schemeClr val="tx1"/>
                </a:solidFill>
                <a:latin typeface="Times New Roman" panose="02020603050405020304" pitchFamily="18" charset="0"/>
                <a:cs typeface="Times New Roman" panose="02020603050405020304" pitchFamily="18" charset="0"/>
              </a:rPr>
              <a:t> suffixes </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[2]Turns terminal y to </a:t>
            </a:r>
            <a:r>
              <a:rPr lang="en-US" sz="1600" dirty="0" err="1">
                <a:solidFill>
                  <a:schemeClr val="tx1"/>
                </a:solidFill>
                <a:latin typeface="Times New Roman" panose="02020603050405020304" pitchFamily="18" charset="0"/>
                <a:cs typeface="Times New Roman" panose="02020603050405020304" pitchFamily="18" charset="0"/>
              </a:rPr>
              <a:t>i</a:t>
            </a:r>
            <a:r>
              <a:rPr lang="en-US" sz="1600" dirty="0">
                <a:solidFill>
                  <a:schemeClr val="tx1"/>
                </a:solidFill>
                <a:latin typeface="Times New Roman" panose="02020603050405020304" pitchFamily="18" charset="0"/>
                <a:cs typeface="Times New Roman" panose="02020603050405020304" pitchFamily="18" charset="0"/>
              </a:rPr>
              <a:t>.</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 [3]Maps double suffixes to single ones: -</a:t>
            </a:r>
            <a:r>
              <a:rPr lang="en-US" sz="1600" dirty="0" err="1">
                <a:solidFill>
                  <a:schemeClr val="tx1"/>
                </a:solidFill>
                <a:latin typeface="Times New Roman" panose="02020603050405020304" pitchFamily="18" charset="0"/>
                <a:cs typeface="Times New Roman" panose="02020603050405020304" pitchFamily="18" charset="0"/>
              </a:rPr>
              <a:t>ization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ational</a:t>
            </a:r>
            <a:r>
              <a:rPr lang="en-US" sz="1600" dirty="0">
                <a:solidFill>
                  <a:schemeClr val="tx1"/>
                </a:solidFill>
                <a:latin typeface="Times New Roman" panose="02020603050405020304" pitchFamily="18" charset="0"/>
                <a:cs typeface="Times New Roman" panose="02020603050405020304" pitchFamily="18" charset="0"/>
              </a:rPr>
              <a:t>, etc. </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[4]Deals with suffixes, -full, -ness etc. Takes off -ant, -</a:t>
            </a:r>
            <a:r>
              <a:rPr lang="en-US" sz="1600" dirty="0" err="1">
                <a:solidFill>
                  <a:schemeClr val="tx1"/>
                </a:solidFill>
                <a:latin typeface="Times New Roman" panose="02020603050405020304" pitchFamily="18" charset="0"/>
                <a:cs typeface="Times New Roman" panose="02020603050405020304" pitchFamily="18" charset="0"/>
              </a:rPr>
              <a:t>ence</a:t>
            </a:r>
            <a:r>
              <a:rPr lang="en-US" sz="1600" dirty="0">
                <a:solidFill>
                  <a:schemeClr val="tx1"/>
                </a:solidFill>
                <a:latin typeface="Times New Roman" panose="02020603050405020304" pitchFamily="18" charset="0"/>
                <a:cs typeface="Times New Roman" panose="02020603050405020304" pitchFamily="18" charset="0"/>
              </a:rPr>
              <a:t>, etc. </a:t>
            </a:r>
          </a:p>
          <a:p>
            <a:pPr marL="0" indent="0">
              <a:lnSpc>
                <a:spcPct val="150000"/>
              </a:lnSpc>
              <a:buNone/>
            </a:pPr>
            <a:r>
              <a:rPr lang="en-US" sz="1600" dirty="0">
                <a:solidFill>
                  <a:schemeClr val="tx1"/>
                </a:solidFill>
                <a:latin typeface="Times New Roman" panose="02020603050405020304" pitchFamily="18" charset="0"/>
                <a:cs typeface="Times New Roman" panose="02020603050405020304" pitchFamily="18" charset="0"/>
              </a:rPr>
              <a:t>     Removes a final –e</a:t>
            </a:r>
            <a:endParaRPr lang="en-IN"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993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25833" y="66655"/>
            <a:ext cx="4592542"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RESULTS AND DISCUSSIONS</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4478149"/>
          </a:xfrm>
          <a:prstGeom prst="rect">
            <a:avLst/>
          </a:prstGeom>
          <a:noFill/>
        </p:spPr>
        <p:txBody>
          <a:bodyPr wrap="square" rtlCol="0">
            <a:spAutoFit/>
          </a:bodyPr>
          <a:lstStyle/>
          <a:p>
            <a:r>
              <a:rPr lang="en-IN" sz="2200" b="1" dirty="0">
                <a:solidFill>
                  <a:schemeClr val="tx1"/>
                </a:solidFill>
              </a:rPr>
              <a:t>1.Voice enabled bot:</a:t>
            </a:r>
          </a:p>
          <a:p>
            <a:pPr algn="just">
              <a:lnSpc>
                <a:spcPct val="150000"/>
              </a:lnSpc>
            </a:pPr>
            <a:r>
              <a:rPr lang="en-IN" sz="2200" b="1" dirty="0">
                <a:solidFill>
                  <a:schemeClr val="tx1"/>
                </a:solidFill>
              </a:rPr>
              <a:t>	</a:t>
            </a: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The chatter bot performed up to the marked as in case of text provided, results produce were </a:t>
            </a:r>
            <a:r>
              <a:rPr lang="en-IN" sz="2000" dirty="0">
                <a:solidFill>
                  <a:schemeClr val="tx1"/>
                </a:solidFill>
                <a:ea typeface="Times New Roman" panose="02020603050405020304" pitchFamily="18" charset="0"/>
                <a:cs typeface="Times New Roman" panose="02020603050405020304" pitchFamily="18" charset="0"/>
              </a:rPr>
              <a:t>97.3</a:t>
            </a: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percent accurate and more reliable. But in case of voice enabled input due difference in accent of user and Microsoft speech synthesizer model whose accent is based on UK or USA users. Thus, result obtain were close to the appropriate answer. Thus, from above it can be consider that speech synthesizer need to be model for all kinds of accent such that it process the voice input more correctly, therefore chatter bot model can produce more accurate results.</a:t>
            </a:r>
            <a:endParaRPr lang="en-US"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2000" b="1" dirty="0">
              <a:solidFill>
                <a:schemeClr val="tx1"/>
              </a:solidFill>
            </a:endParaRPr>
          </a:p>
        </p:txBody>
      </p:sp>
    </p:spTree>
    <p:extLst>
      <p:ext uri="{BB962C8B-B14F-4D97-AF65-F5344CB8AC3E}">
        <p14:creationId xmlns:p14="http://schemas.microsoft.com/office/powerpoint/2010/main" val="1493562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25833" y="66655"/>
            <a:ext cx="4592542"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RESULTS AND DISCUSSIONS</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584775"/>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42EDC5-32C5-7AB6-6A93-7619D3E9E2A7}"/>
              </a:ext>
            </a:extLst>
          </p:cNvPr>
          <p:cNvSpPr txBox="1"/>
          <p:nvPr/>
        </p:nvSpPr>
        <p:spPr>
          <a:xfrm>
            <a:off x="663992" y="950495"/>
            <a:ext cx="8181473" cy="4325030"/>
          </a:xfrm>
          <a:prstGeom prst="rect">
            <a:avLst/>
          </a:prstGeom>
          <a:noFill/>
        </p:spPr>
        <p:txBody>
          <a:bodyPr wrap="square" rtlCol="0">
            <a:spAutoFit/>
          </a:bodyPr>
          <a:lstStyle/>
          <a:p>
            <a:pPr marL="0" indent="0">
              <a:lnSpc>
                <a:spcPct val="150000"/>
              </a:lnSpc>
              <a:buNone/>
            </a:pPr>
            <a:r>
              <a:rPr lang="en-US" sz="2200" b="1" dirty="0">
                <a:solidFill>
                  <a:schemeClr val="tx1"/>
                </a:solidFill>
                <a:cs typeface="Times New Roman" panose="02020603050405020304" pitchFamily="18" charset="0"/>
              </a:rPr>
              <a:t>2</a:t>
            </a:r>
            <a:r>
              <a:rPr lang="en-US" sz="2200" b="1" dirty="0">
                <a:solidFill>
                  <a:schemeClr val="tx1"/>
                </a:solidFill>
                <a:latin typeface="Times New Roman" panose="02020603050405020304" pitchFamily="18" charset="0"/>
                <a:cs typeface="Times New Roman" panose="02020603050405020304" pitchFamily="18" charset="0"/>
              </a:rPr>
              <a:t>.A Personal Assistant Voice Assistant</a:t>
            </a:r>
          </a:p>
          <a:p>
            <a:pPr marL="0" indent="0">
              <a:lnSpc>
                <a:spcPct val="150000"/>
              </a:lnSpc>
              <a:buNone/>
            </a:pPr>
            <a:r>
              <a:rPr lang="en-US" sz="22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cs typeface="Times New Roman" panose="02020603050405020304" pitchFamily="18" charset="0"/>
              </a:rPr>
              <a:t>It Keeps learning the sequence of questions asked to it related to its context which it remembers for the future. So, when the same context is mentioned ,it starts a conversation with you asking the relevant questions. </a:t>
            </a:r>
          </a:p>
          <a:p>
            <a:pPr marL="0" indent="0">
              <a:lnSpc>
                <a:spcPct val="150000"/>
              </a:lnSpc>
              <a:buNone/>
            </a:pPr>
            <a:r>
              <a:rPr lang="en-IN" sz="2000" dirty="0">
                <a:solidFill>
                  <a:schemeClr val="tx1"/>
                </a:solidFill>
                <a:cs typeface="Times New Roman" panose="02020603050405020304" pitchFamily="18" charset="0"/>
              </a:rPr>
              <a:t>It performs the Arithmetic Calculations based on voice commands and giving back the computer solution through the voice. Search Internet based on user voice input and giving back the reply through a Voice Assistance. Results produced were 98 percent accurate to the input.</a:t>
            </a:r>
          </a:p>
          <a:p>
            <a:pPr marL="0" indent="0">
              <a:lnSpc>
                <a:spcPct val="150000"/>
              </a:lnSpc>
              <a:buNone/>
            </a:pPr>
            <a:endParaRPr lang="en-US"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5615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25833" y="66655"/>
            <a:ext cx="4592542"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RESULTS AND DISCUSSIONS</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584775"/>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42EDC5-32C5-7AB6-6A93-7619D3E9E2A7}"/>
              </a:ext>
            </a:extLst>
          </p:cNvPr>
          <p:cNvSpPr txBox="1"/>
          <p:nvPr/>
        </p:nvSpPr>
        <p:spPr>
          <a:xfrm>
            <a:off x="591803" y="950495"/>
            <a:ext cx="8181473" cy="5038367"/>
          </a:xfrm>
          <a:prstGeom prst="rect">
            <a:avLst/>
          </a:prstGeom>
          <a:noFill/>
        </p:spPr>
        <p:txBody>
          <a:bodyPr wrap="square" rtlCol="0">
            <a:spAutoFit/>
          </a:bodyPr>
          <a:lstStyle/>
          <a:p>
            <a:pPr marL="0" indent="0">
              <a:buNone/>
            </a:pPr>
            <a:r>
              <a:rPr lang="en-US" sz="2200" b="1" dirty="0">
                <a:solidFill>
                  <a:schemeClr val="tx1"/>
                </a:solidFill>
                <a:latin typeface="Times New Roman" panose="02020603050405020304" pitchFamily="18" charset="0"/>
                <a:cs typeface="Times New Roman" panose="02020603050405020304" pitchFamily="18" charset="0"/>
              </a:rPr>
              <a:t>3. Virtual Chat Bot using database-human to machine:</a:t>
            </a:r>
          </a:p>
          <a:p>
            <a:pPr algn="just">
              <a:lnSpc>
                <a:spcPct val="150000"/>
              </a:lnSpc>
            </a:pPr>
            <a:r>
              <a:rPr lang="en-US" sz="2200" dirty="0">
                <a:solidFill>
                  <a:schemeClr val="tx1"/>
                </a:solidFill>
                <a:latin typeface="Times New Roman" panose="02020603050405020304" pitchFamily="18" charset="0"/>
                <a:cs typeface="Times New Roman" panose="02020603050405020304" pitchFamily="18" charset="0"/>
              </a:rPr>
              <a:t> </a:t>
            </a:r>
            <a:r>
              <a:rPr lang="en-IN" sz="2000" dirty="0">
                <a:solidFill>
                  <a:schemeClr val="tx1"/>
                </a:solidFill>
                <a:effectLst/>
                <a:latin typeface="Times New Roman" panose="02020603050405020304" pitchFamily="18" charset="0"/>
                <a:ea typeface="Times New Roman" panose="02020603050405020304" pitchFamily="18" charset="0"/>
              </a:rPr>
              <a:t>In making a table of database for chatbot, it had implemented a forward-engineering technique. This technique is generating Entity Relationship (ER) into DDL scripts those could be executed as table generating. All designs of tables and stored programs had been implemented in the RDBMS MySQL. Before testing process was done, it ought to be entered some knowledge which input sentence patterns stored in the pattern table and response sentences stored in the template table.</a:t>
            </a:r>
            <a:r>
              <a:rPr lang="en-IN" sz="2000" dirty="0">
                <a:solidFill>
                  <a:schemeClr val="tx1"/>
                </a:solidFill>
                <a:cs typeface="Times New Roman" panose="02020603050405020304" pitchFamily="18" charset="0"/>
              </a:rPr>
              <a:t> Results produced were 93.2% accurate to the </a:t>
            </a:r>
            <a:r>
              <a:rPr lang="en-IN" sz="2000" dirty="0" err="1">
                <a:solidFill>
                  <a:schemeClr val="tx1"/>
                </a:solidFill>
                <a:cs typeface="Times New Roman" panose="02020603050405020304" pitchFamily="18" charset="0"/>
              </a:rPr>
              <a:t>input.</a:t>
            </a:r>
            <a:r>
              <a:rPr lang="en-IN" sz="2000" dirty="0" err="1">
                <a:solidFill>
                  <a:schemeClr val="tx1"/>
                </a:solidFill>
                <a:effectLst/>
                <a:latin typeface="Times New Roman" panose="02020603050405020304" pitchFamily="18" charset="0"/>
                <a:ea typeface="Times New Roman" panose="02020603050405020304" pitchFamily="18" charset="0"/>
              </a:rPr>
              <a:t>In</a:t>
            </a:r>
            <a:r>
              <a:rPr lang="en-IN" sz="2000" dirty="0">
                <a:solidFill>
                  <a:schemeClr val="tx1"/>
                </a:solidFill>
                <a:effectLst/>
                <a:latin typeface="Times New Roman" panose="02020603050405020304" pitchFamily="18" charset="0"/>
                <a:ea typeface="Times New Roman" panose="02020603050405020304" pitchFamily="18" charset="0"/>
              </a:rPr>
              <a:t> additional it had to be entered mapping as representation of relationship between both pattern and template stored in the pattern template table.</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926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25833" y="66655"/>
            <a:ext cx="4592542"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RESULTS AND DISCUSSIONS</a:t>
            </a: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584775"/>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42EDC5-32C5-7AB6-6A93-7619D3E9E2A7}"/>
              </a:ext>
            </a:extLst>
          </p:cNvPr>
          <p:cNvSpPr txBox="1"/>
          <p:nvPr/>
        </p:nvSpPr>
        <p:spPr>
          <a:xfrm>
            <a:off x="485775" y="877236"/>
            <a:ext cx="8181473" cy="4191981"/>
          </a:xfrm>
          <a:prstGeom prst="rect">
            <a:avLst/>
          </a:prstGeom>
          <a:noFill/>
        </p:spPr>
        <p:txBody>
          <a:bodyPr wrap="square" rtlCol="0">
            <a:spAutoFit/>
          </a:bodyPr>
          <a:lstStyle/>
          <a:p>
            <a:pPr marL="0" indent="0">
              <a:lnSpc>
                <a:spcPct val="150000"/>
              </a:lnSpc>
              <a:buNone/>
            </a:pPr>
            <a:r>
              <a:rPr lang="en-IN" sz="2000" b="1" dirty="0">
                <a:solidFill>
                  <a:schemeClr val="tx1"/>
                </a:solidFill>
                <a:latin typeface="Times New Roman" panose="02020603050405020304" pitchFamily="18" charset="0"/>
                <a:cs typeface="Times New Roman" panose="02020603050405020304" pitchFamily="18" charset="0"/>
              </a:rPr>
              <a:t>4.Virtual Assistants for Education:</a:t>
            </a:r>
          </a:p>
          <a:p>
            <a:pPr algn="just">
              <a:lnSpc>
                <a:spcPct val="150000"/>
              </a:lnSpc>
            </a:pPr>
            <a:r>
              <a:rPr lang="en-IN" sz="2000" b="1" dirty="0">
                <a:solidFill>
                  <a:schemeClr val="tx1"/>
                </a:solidFill>
                <a:cs typeface="Times New Roman" panose="02020603050405020304" pitchFamily="18" charset="0"/>
              </a:rPr>
              <a:t>	</a:t>
            </a:r>
            <a:r>
              <a:rPr lang="en-US" sz="2000" dirty="0">
                <a:solidFill>
                  <a:schemeClr val="tx1"/>
                </a:solidFill>
              </a:rPr>
              <a:t>It is a virtual assistant to provide services regarding course activities such as record session data and services related to attendance, task assignment and scoring management.</a:t>
            </a:r>
            <a:r>
              <a:rPr lang="en-US" sz="1600" dirty="0"/>
              <a:t> </a:t>
            </a:r>
            <a:r>
              <a:rPr lang="en-IN" sz="2000" dirty="0">
                <a:solidFill>
                  <a:schemeClr val="tx1"/>
                </a:solidFill>
                <a:effectLst/>
                <a:latin typeface="Times New Roman" panose="02020603050405020304" pitchFamily="18" charset="0"/>
                <a:ea typeface="Times New Roman" panose="02020603050405020304" pitchFamily="18" charset="0"/>
              </a:rPr>
              <a:t>The user just has to register himself to the system and has to login to the system. The Virtual Assistance  consists of core and interface that is accessing the core in (MySQL).</a:t>
            </a:r>
            <a:r>
              <a:rPr lang="en-IN" sz="2000" dirty="0">
                <a:solidFill>
                  <a:schemeClr val="tx1"/>
                </a:solidFill>
                <a:cs typeface="Times New Roman" panose="02020603050405020304" pitchFamily="18" charset="0"/>
              </a:rPr>
              <a:t> Results produced were 79.6 percent accurate to the input. </a:t>
            </a:r>
            <a:r>
              <a:rPr lang="en-IN" sz="2000" dirty="0">
                <a:solidFill>
                  <a:schemeClr val="tx1"/>
                </a:solidFill>
                <a:effectLst/>
                <a:latin typeface="Times New Roman" panose="02020603050405020304" pitchFamily="18" charset="0"/>
                <a:ea typeface="Times New Roman" panose="02020603050405020304" pitchFamily="18" charset="0"/>
              </a:rPr>
              <a:t>Natural language processing technologies are used for parsing, tokenizing, stemming and filtering the content of the complaint. </a:t>
            </a:r>
            <a:r>
              <a:rPr lang="en-IN" sz="2000" b="1" dirty="0">
                <a:solidFill>
                  <a:schemeClr val="tx1"/>
                </a:solidFill>
                <a:cs typeface="Times New Roman" panose="02020603050405020304" pitchFamily="18" charset="0"/>
              </a:rPr>
              <a:t>	</a:t>
            </a:r>
            <a:endParaRPr lang="en-IN" sz="20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171171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80EE02-5E32-4A2C-97AB-FE65AD1AC5A4}"/>
              </a:ext>
            </a:extLst>
          </p:cNvPr>
          <p:cNvSpPr txBox="1"/>
          <p:nvPr/>
        </p:nvSpPr>
        <p:spPr>
          <a:xfrm>
            <a:off x="1025833" y="66655"/>
            <a:ext cx="4592542" cy="461665"/>
          </a:xfrm>
          <a:prstGeom prst="rect">
            <a:avLst/>
          </a:prstGeom>
          <a:noFill/>
        </p:spPr>
        <p:txBody>
          <a:bodyPr wrap="square" rtlCol="0">
            <a:spAutoFit/>
          </a:bodyPr>
          <a:lstStyle/>
          <a:p>
            <a:r>
              <a:rPr lang="en-US" b="1" dirty="0">
                <a:solidFill>
                  <a:srgbClr val="FF9900"/>
                </a:solidFill>
                <a:cs typeface="Times New Roman" panose="02020603050405020304" pitchFamily="18" charset="0"/>
              </a:rPr>
              <a:t>CONCLUSION</a:t>
            </a:r>
            <a:endParaRPr lang="en-IN" b="1" dirty="0">
              <a:solidFill>
                <a:srgbClr val="FF9900"/>
              </a:solidFill>
              <a:cs typeface="Times New Roman" panose="02020603050405020304" pitchFamily="18" charset="0"/>
            </a:endParaRPr>
          </a:p>
        </p:txBody>
      </p:sp>
      <p:sp>
        <p:nvSpPr>
          <p:cNvPr id="2" name="TextBox 1">
            <a:extLst>
              <a:ext uri="{FF2B5EF4-FFF2-40B4-BE49-F238E27FC236}">
                <a16:creationId xmlns:a16="http://schemas.microsoft.com/office/drawing/2014/main" id="{670386C3-2D4F-646E-D147-4EFA4693E87A}"/>
              </a:ext>
            </a:extLst>
          </p:cNvPr>
          <p:cNvSpPr txBox="1"/>
          <p:nvPr/>
        </p:nvSpPr>
        <p:spPr>
          <a:xfrm>
            <a:off x="485775" y="752475"/>
            <a:ext cx="8537908" cy="584775"/>
          </a:xfrm>
          <a:prstGeom prst="rect">
            <a:avLst/>
          </a:prstGeom>
          <a:noFill/>
        </p:spPr>
        <p:txBody>
          <a:bodyPr wrap="square" rtlCol="0">
            <a:spAutoFit/>
          </a:bodyPr>
          <a:lstStyle/>
          <a:p>
            <a:endParaRPr lang="en-US" sz="1600" b="1" dirty="0">
              <a:solidFill>
                <a:schemeClr val="tx1"/>
              </a:solidFill>
              <a:cs typeface="Times New Roman" panose="02020603050405020304" pitchFamily="18" charset="0"/>
            </a:endParaRPr>
          </a:p>
          <a:p>
            <a:endParaRPr lang="en-US" sz="1600" b="1" dirty="0">
              <a:solidFill>
                <a:schemeClr val="tx1"/>
              </a:solidFill>
              <a:cs typeface="Times New Roman" panose="02020603050405020304" pitchFamily="18" charset="0"/>
            </a:endParaRPr>
          </a:p>
        </p:txBody>
      </p:sp>
      <p:sp>
        <p:nvSpPr>
          <p:cNvPr id="4" name="TextBox 3">
            <a:extLst>
              <a:ext uri="{FF2B5EF4-FFF2-40B4-BE49-F238E27FC236}">
                <a16:creationId xmlns:a16="http://schemas.microsoft.com/office/drawing/2014/main" id="{D50780BD-EC26-2AA0-427C-44A86EE4F726}"/>
              </a:ext>
            </a:extLst>
          </p:cNvPr>
          <p:cNvSpPr txBox="1"/>
          <p:nvPr/>
        </p:nvSpPr>
        <p:spPr>
          <a:xfrm>
            <a:off x="485775" y="950495"/>
            <a:ext cx="8393530" cy="584775"/>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1542EDC5-32C5-7AB6-6A93-7619D3E9E2A7}"/>
              </a:ext>
            </a:extLst>
          </p:cNvPr>
          <p:cNvSpPr txBox="1"/>
          <p:nvPr/>
        </p:nvSpPr>
        <p:spPr>
          <a:xfrm>
            <a:off x="485775" y="791903"/>
            <a:ext cx="8537908" cy="2268826"/>
          </a:xfrm>
          <a:prstGeom prst="rect">
            <a:avLst/>
          </a:prstGeom>
          <a:noFill/>
        </p:spPr>
        <p:txBody>
          <a:bodyPr wrap="square" rtlCol="0">
            <a:spAutoFit/>
          </a:bodyPr>
          <a:lstStyle/>
          <a:p>
            <a:pPr algn="just">
              <a:lnSpc>
                <a:spcPct val="150000"/>
              </a:lnSpc>
              <a:spcAft>
                <a:spcPts val="1000"/>
              </a:spcAft>
            </a:pPr>
            <a:r>
              <a:rPr lang="en-IN" sz="160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Among The Four individual Reference papers which is done about “Virtual Assistance Using NLP Techniques. After considering the </a:t>
            </a:r>
            <a:r>
              <a:rPr lang="en-IN" sz="1600" dirty="0">
                <a:effectLst/>
                <a:latin typeface="Times New Roman" panose="02020603050405020304" pitchFamily="18" charset="0"/>
                <a:ea typeface="Times New Roman" panose="02020603050405020304" pitchFamily="18" charset="0"/>
                <a:cs typeface="Gautami" panose="020B0502040204020203" pitchFamily="34" charset="0"/>
              </a:rPr>
              <a:t>different algorithms are used. Comparative study performed among the various techniques like speech synthesizer, data flow sequence, core and interface accessing, porter stemming. After the Analysis based on the accuracy on the above-mentioned table. The Data Flow Sequence Algorithm has most accuracy for providing the required output as required for the user. </a:t>
            </a:r>
            <a:endParaRPr lang="en-IN" sz="1600" dirty="0">
              <a:effectLst/>
              <a:latin typeface="Calibri" panose="020F0502020204030204" pitchFamily="34" charset="0"/>
              <a:ea typeface="Times New Roman" panose="02020603050405020304" pitchFamily="18" charset="0"/>
              <a:cs typeface="Gautami" panose="020B0502040204020203" pitchFamily="34" charset="0"/>
            </a:endParaRPr>
          </a:p>
        </p:txBody>
      </p:sp>
      <p:graphicFrame>
        <p:nvGraphicFramePr>
          <p:cNvPr id="6" name="Table 5">
            <a:extLst>
              <a:ext uri="{FF2B5EF4-FFF2-40B4-BE49-F238E27FC236}">
                <a16:creationId xmlns:a16="http://schemas.microsoft.com/office/drawing/2014/main" id="{12A30E0B-2051-94E9-1216-FE33F62A4013}"/>
              </a:ext>
            </a:extLst>
          </p:cNvPr>
          <p:cNvGraphicFramePr>
            <a:graphicFrameLocks noGrp="1"/>
          </p:cNvGraphicFramePr>
          <p:nvPr>
            <p:extLst>
              <p:ext uri="{D42A27DB-BD31-4B8C-83A1-F6EECF244321}">
                <p14:modId xmlns:p14="http://schemas.microsoft.com/office/powerpoint/2010/main" val="2079560631"/>
              </p:ext>
            </p:extLst>
          </p:nvPr>
        </p:nvGraphicFramePr>
        <p:xfrm>
          <a:off x="1654659" y="3322906"/>
          <a:ext cx="6200140" cy="1728470"/>
        </p:xfrm>
        <a:graphic>
          <a:graphicData uri="http://schemas.openxmlformats.org/drawingml/2006/table">
            <a:tbl>
              <a:tblPr firstRow="1" firstCol="1" bandRow="1">
                <a:tableStyleId>{5C22544A-7EE6-4342-B048-85BDC9FD1C3A}</a:tableStyleId>
              </a:tblPr>
              <a:tblGrid>
                <a:gridCol w="1376680">
                  <a:extLst>
                    <a:ext uri="{9D8B030D-6E8A-4147-A177-3AD203B41FA5}">
                      <a16:colId xmlns:a16="http://schemas.microsoft.com/office/drawing/2014/main" val="302494913"/>
                    </a:ext>
                  </a:extLst>
                </a:gridCol>
                <a:gridCol w="2757170">
                  <a:extLst>
                    <a:ext uri="{9D8B030D-6E8A-4147-A177-3AD203B41FA5}">
                      <a16:colId xmlns:a16="http://schemas.microsoft.com/office/drawing/2014/main" val="808836459"/>
                    </a:ext>
                  </a:extLst>
                </a:gridCol>
                <a:gridCol w="2066290">
                  <a:extLst>
                    <a:ext uri="{9D8B030D-6E8A-4147-A177-3AD203B41FA5}">
                      <a16:colId xmlns:a16="http://schemas.microsoft.com/office/drawing/2014/main" val="2936484048"/>
                    </a:ext>
                  </a:extLst>
                </a:gridCol>
              </a:tblGrid>
              <a:tr h="340360">
                <a:tc>
                  <a:txBody>
                    <a:bodyPr/>
                    <a:lstStyle/>
                    <a:p>
                      <a:pPr>
                        <a:lnSpc>
                          <a:spcPct val="115000"/>
                        </a:lnSpc>
                        <a:spcAft>
                          <a:spcPts val="800"/>
                        </a:spcAft>
                      </a:pPr>
                      <a:r>
                        <a:rPr lang="en-IN" sz="1400" dirty="0">
                          <a:effectLst/>
                        </a:rPr>
                        <a:t>S.no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a:effectLst/>
                        </a:rPr>
                        <a:t>Model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a:effectLst/>
                        </a:rPr>
                        <a:t>Accuracy %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9853553"/>
                  </a:ext>
                </a:extLst>
              </a:tr>
              <a:tr h="367030">
                <a:tc>
                  <a:txBody>
                    <a:bodyPr/>
                    <a:lstStyle/>
                    <a:p>
                      <a:pPr>
                        <a:lnSpc>
                          <a:spcPct val="115000"/>
                        </a:lnSpc>
                        <a:spcAft>
                          <a:spcPts val="800"/>
                        </a:spcAft>
                      </a:pPr>
                      <a:r>
                        <a:rPr lang="en-IN" sz="1400">
                          <a:effectLst/>
                        </a:rPr>
                        <a:t>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dirty="0">
                          <a:effectLst/>
                        </a:rPr>
                        <a:t>Speech Synthesizer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a:effectLst/>
                        </a:rPr>
                        <a:t>97.3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1577087"/>
                  </a:ext>
                </a:extLst>
              </a:tr>
              <a:tr h="340360">
                <a:tc>
                  <a:txBody>
                    <a:bodyPr/>
                    <a:lstStyle/>
                    <a:p>
                      <a:pPr>
                        <a:lnSpc>
                          <a:spcPct val="115000"/>
                        </a:lnSpc>
                        <a:spcAft>
                          <a:spcPts val="800"/>
                        </a:spcAft>
                      </a:pPr>
                      <a:r>
                        <a:rPr lang="en-IN" sz="1400">
                          <a:effectLst/>
                        </a:rPr>
                        <a:t>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a:effectLst/>
                        </a:rPr>
                        <a:t>Data Flow Sequence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dirty="0">
                          <a:effectLst/>
                        </a:rPr>
                        <a:t>98</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048448"/>
                  </a:ext>
                </a:extLst>
              </a:tr>
              <a:tr h="340360">
                <a:tc>
                  <a:txBody>
                    <a:bodyPr/>
                    <a:lstStyle/>
                    <a:p>
                      <a:pPr>
                        <a:lnSpc>
                          <a:spcPct val="115000"/>
                        </a:lnSpc>
                        <a:spcAft>
                          <a:spcPts val="800"/>
                        </a:spcAft>
                      </a:pPr>
                      <a:r>
                        <a:rPr lang="en-IN" sz="1400">
                          <a:effectLst/>
                        </a:rPr>
                        <a:t>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dirty="0">
                          <a:effectLst/>
                        </a:rPr>
                        <a:t>Core and interface Accessing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a:effectLst/>
                        </a:rPr>
                        <a:t>93.2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70294994"/>
                  </a:ext>
                </a:extLst>
              </a:tr>
              <a:tr h="340360">
                <a:tc>
                  <a:txBody>
                    <a:bodyPr/>
                    <a:lstStyle/>
                    <a:p>
                      <a:pPr>
                        <a:lnSpc>
                          <a:spcPct val="115000"/>
                        </a:lnSpc>
                        <a:spcAft>
                          <a:spcPts val="800"/>
                        </a:spcAft>
                      </a:pPr>
                      <a:r>
                        <a:rPr lang="en-IN" sz="1400">
                          <a:effectLst/>
                        </a:rPr>
                        <a:t>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dirty="0">
                          <a:effectLst/>
                        </a:rPr>
                        <a:t>Porter Stemming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800"/>
                        </a:spcAft>
                      </a:pPr>
                      <a:r>
                        <a:rPr lang="en-IN" sz="1400" dirty="0">
                          <a:effectLst/>
                        </a:rPr>
                        <a:t>79.6</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28866449"/>
                  </a:ext>
                </a:extLst>
              </a:tr>
            </a:tbl>
          </a:graphicData>
        </a:graphic>
      </p:graphicFrame>
    </p:spTree>
    <p:extLst>
      <p:ext uri="{BB962C8B-B14F-4D97-AF65-F5344CB8AC3E}">
        <p14:creationId xmlns:p14="http://schemas.microsoft.com/office/powerpoint/2010/main" val="3166713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475DA3-358C-41CE-B0A2-9658CC64141D}"/>
              </a:ext>
            </a:extLst>
          </p:cNvPr>
          <p:cNvSpPr txBox="1"/>
          <p:nvPr/>
        </p:nvSpPr>
        <p:spPr>
          <a:xfrm>
            <a:off x="422557" y="333473"/>
            <a:ext cx="8551761" cy="400110"/>
          </a:xfrm>
          <a:prstGeom prst="rect">
            <a:avLst/>
          </a:prstGeom>
          <a:noFill/>
        </p:spPr>
        <p:txBody>
          <a:bodyPr wrap="square" rtlCol="0">
            <a:spAutoFit/>
          </a:bodyPr>
          <a:lstStyle/>
          <a:p>
            <a:pPr algn="just">
              <a:spcAft>
                <a:spcPts val="1000"/>
              </a:spcAft>
            </a:pPr>
            <a:r>
              <a:rPr lang="en-IN" sz="2000" dirty="0">
                <a:solidFill>
                  <a:schemeClr val="tx1"/>
                </a:solidFill>
                <a:effectLst/>
                <a:ea typeface="Times New Roman" panose="02020603050405020304" pitchFamily="18" charset="0"/>
                <a:cs typeface="Times New Roman" panose="02020603050405020304" pitchFamily="18" charset="0"/>
              </a:rPr>
              <a:t> </a:t>
            </a:r>
          </a:p>
        </p:txBody>
      </p:sp>
      <p:sp>
        <p:nvSpPr>
          <p:cNvPr id="3" name="TextBox 2">
            <a:extLst>
              <a:ext uri="{FF2B5EF4-FFF2-40B4-BE49-F238E27FC236}">
                <a16:creationId xmlns:a16="http://schemas.microsoft.com/office/drawing/2014/main" id="{7180EE02-5E32-4A2C-97AB-FE65AD1AC5A4}"/>
              </a:ext>
            </a:extLst>
          </p:cNvPr>
          <p:cNvSpPr txBox="1"/>
          <p:nvPr/>
        </p:nvSpPr>
        <p:spPr>
          <a:xfrm>
            <a:off x="1091821" y="102641"/>
            <a:ext cx="2879678" cy="461665"/>
          </a:xfrm>
          <a:prstGeom prst="rect">
            <a:avLst/>
          </a:prstGeom>
          <a:noFill/>
        </p:spPr>
        <p:txBody>
          <a:bodyPr wrap="square" rtlCol="0">
            <a:spAutoFit/>
          </a:bodyPr>
          <a:lstStyle/>
          <a:p>
            <a:r>
              <a:rPr lang="en-IN" b="1" dirty="0">
                <a:solidFill>
                  <a:srgbClr val="FF9900"/>
                </a:solidFill>
                <a:cs typeface="Times New Roman" panose="02020603050405020304" pitchFamily="18" charset="0"/>
              </a:rPr>
              <a:t>REFERENCES</a:t>
            </a:r>
          </a:p>
        </p:txBody>
      </p:sp>
      <p:sp>
        <p:nvSpPr>
          <p:cNvPr id="5" name="TextBox 4">
            <a:extLst>
              <a:ext uri="{FF2B5EF4-FFF2-40B4-BE49-F238E27FC236}">
                <a16:creationId xmlns:a16="http://schemas.microsoft.com/office/drawing/2014/main" id="{3DE7C013-D3AA-1C94-1989-81441FBD6597}"/>
              </a:ext>
            </a:extLst>
          </p:cNvPr>
          <p:cNvSpPr txBox="1"/>
          <p:nvPr/>
        </p:nvSpPr>
        <p:spPr>
          <a:xfrm>
            <a:off x="468262" y="881865"/>
            <a:ext cx="8460349" cy="5262979"/>
          </a:xfrm>
          <a:prstGeom prst="rect">
            <a:avLst/>
          </a:prstGeom>
          <a:noFill/>
        </p:spPr>
        <p:txBody>
          <a:bodyPr wrap="square" rtlCol="0">
            <a:spAutoFit/>
          </a:bodyPr>
          <a:lstStyle/>
          <a:p>
            <a:r>
              <a:rPr lang="en-IN" sz="1600" dirty="0"/>
              <a:t>[1] </a:t>
            </a:r>
            <a:r>
              <a:rPr lang="en-US" sz="1600" dirty="0">
                <a:solidFill>
                  <a:srgbClr val="333333"/>
                </a:solidFill>
                <a:cs typeface="Times New Roman" panose="02020603050405020304" pitchFamily="18" charset="0"/>
              </a:rPr>
              <a:t>Ritik Porwal ; Ujjawal Tomar ; Vishakha Dubey ; </a:t>
            </a:r>
            <a:r>
              <a:rPr lang="en-US" sz="1600" dirty="0" err="1">
                <a:solidFill>
                  <a:srgbClr val="333333"/>
                </a:solidFill>
                <a:cs typeface="Times New Roman" panose="02020603050405020304" pitchFamily="18" charset="0"/>
              </a:rPr>
              <a:t>Asst.Prof.Akshita</a:t>
            </a:r>
            <a:r>
              <a:rPr lang="en-US" sz="1600" dirty="0">
                <a:solidFill>
                  <a:srgbClr val="333333"/>
                </a:solidFill>
                <a:cs typeface="Times New Roman" panose="02020603050405020304" pitchFamily="18" charset="0"/>
              </a:rPr>
              <a:t> Mishra ; </a:t>
            </a:r>
            <a:r>
              <a:rPr lang="en-US" sz="1600" dirty="0" err="1">
                <a:solidFill>
                  <a:srgbClr val="333333"/>
                </a:solidFill>
                <a:cs typeface="Times New Roman" panose="02020603050405020304" pitchFamily="18" charset="0"/>
              </a:rPr>
              <a:t>Asst.Prof.Gourav</a:t>
            </a:r>
            <a:r>
              <a:rPr lang="en-US" sz="1600" dirty="0">
                <a:solidFill>
                  <a:srgbClr val="333333"/>
                </a:solidFill>
                <a:cs typeface="Times New Roman" panose="02020603050405020304" pitchFamily="18" charset="0"/>
              </a:rPr>
              <a:t> Mandloi  </a:t>
            </a:r>
            <a:r>
              <a:rPr lang="en-US" sz="1600" b="1" dirty="0">
                <a:solidFill>
                  <a:srgbClr val="333333"/>
                </a:solidFill>
                <a:cs typeface="Times New Roman" panose="02020603050405020304" pitchFamily="18" charset="0"/>
              </a:rPr>
              <a:t>“Voice Assistant” </a:t>
            </a:r>
            <a:r>
              <a:rPr lang="en-US" sz="1600" dirty="0">
                <a:solidFill>
                  <a:srgbClr val="333333"/>
                </a:solidFill>
                <a:cs typeface="Times New Roman" panose="02020603050405020304" pitchFamily="18" charset="0"/>
              </a:rPr>
              <a:t>2021 International Journal of Scientific Research &amp; Engineering Trends(ISSN)</a:t>
            </a:r>
          </a:p>
          <a:p>
            <a:r>
              <a:rPr lang="en-IN" sz="1600" dirty="0"/>
              <a:t> </a:t>
            </a:r>
          </a:p>
          <a:p>
            <a:r>
              <a:rPr lang="en-IN" sz="1600" dirty="0"/>
              <a:t>[2] </a:t>
            </a:r>
            <a:r>
              <a:rPr lang="en-US" sz="1600" dirty="0">
                <a:solidFill>
                  <a:srgbClr val="333333"/>
                </a:solidFill>
                <a:cs typeface="Times New Roman" panose="02020603050405020304" pitchFamily="18" charset="0"/>
              </a:rPr>
              <a:t>Abhay </a:t>
            </a:r>
            <a:r>
              <a:rPr lang="en-US" sz="1600" dirty="0" err="1">
                <a:solidFill>
                  <a:srgbClr val="333333"/>
                </a:solidFill>
                <a:cs typeface="Times New Roman" panose="02020603050405020304" pitchFamily="18" charset="0"/>
              </a:rPr>
              <a:t>Dekate</a:t>
            </a:r>
            <a:r>
              <a:rPr lang="en-US" sz="1600" dirty="0">
                <a:solidFill>
                  <a:srgbClr val="333333"/>
                </a:solidFill>
                <a:cs typeface="Times New Roman" panose="02020603050405020304" pitchFamily="18" charset="0"/>
              </a:rPr>
              <a:t> ; Rohan </a:t>
            </a:r>
            <a:r>
              <a:rPr lang="en-US" sz="1600" dirty="0" err="1">
                <a:solidFill>
                  <a:srgbClr val="333333"/>
                </a:solidFill>
                <a:cs typeface="Times New Roman" panose="02020603050405020304" pitchFamily="18" charset="0"/>
              </a:rPr>
              <a:t>Killedar</a:t>
            </a:r>
            <a:r>
              <a:rPr lang="en-US" sz="1600" dirty="0">
                <a:solidFill>
                  <a:srgbClr val="333333"/>
                </a:solidFill>
                <a:cs typeface="Times New Roman" panose="02020603050405020304" pitchFamily="18" charset="0"/>
              </a:rPr>
              <a:t> ; </a:t>
            </a:r>
            <a:r>
              <a:rPr lang="en-US" sz="1600" b="1" dirty="0">
                <a:solidFill>
                  <a:srgbClr val="333333"/>
                </a:solidFill>
                <a:cs typeface="Times New Roman" panose="02020603050405020304" pitchFamily="18" charset="0"/>
              </a:rPr>
              <a:t>“Study of Voice Controlled Personal Assistant Device” </a:t>
            </a:r>
            <a:r>
              <a:rPr lang="en-US" sz="1600" dirty="0">
                <a:solidFill>
                  <a:srgbClr val="333333"/>
                </a:solidFill>
                <a:cs typeface="Times New Roman" panose="02020603050405020304" pitchFamily="18" charset="0"/>
              </a:rPr>
              <a:t>2019</a:t>
            </a:r>
            <a:r>
              <a:rPr lang="en-US" sz="1600" b="1" dirty="0">
                <a:solidFill>
                  <a:srgbClr val="333333"/>
                </a:solidFill>
                <a:cs typeface="Times New Roman" panose="02020603050405020304" pitchFamily="18" charset="0"/>
              </a:rPr>
              <a:t> </a:t>
            </a:r>
            <a:r>
              <a:rPr lang="en-US" sz="1600" dirty="0">
                <a:solidFill>
                  <a:srgbClr val="333333"/>
                </a:solidFill>
                <a:cs typeface="Times New Roman" panose="02020603050405020304" pitchFamily="18" charset="0"/>
              </a:rPr>
              <a:t>International Journal of Emerging Trends &amp; Technology in Computer Science</a:t>
            </a:r>
          </a:p>
          <a:p>
            <a:r>
              <a:rPr lang="en-IN" sz="1600" dirty="0"/>
              <a:t> </a:t>
            </a:r>
            <a:endParaRPr lang="en-IN" sz="1200" dirty="0"/>
          </a:p>
          <a:p>
            <a:endParaRPr lang="en-US" sz="1600" u="sng" dirty="0">
              <a:solidFill>
                <a:srgbClr val="333333"/>
              </a:solidFill>
              <a:cs typeface="Times New Roman" panose="02020603050405020304" pitchFamily="18" charset="0"/>
            </a:endParaRPr>
          </a:p>
          <a:p>
            <a:r>
              <a:rPr lang="en-US" sz="1600" u="sng" dirty="0">
                <a:solidFill>
                  <a:srgbClr val="333333"/>
                </a:solidFill>
                <a:cs typeface="Times New Roman" panose="02020603050405020304" pitchFamily="18" charset="0"/>
              </a:rPr>
              <a:t>[3] </a:t>
            </a:r>
            <a:r>
              <a:rPr lang="en-US" sz="1600" dirty="0">
                <a:solidFill>
                  <a:srgbClr val="333333"/>
                </a:solidFill>
                <a:cs typeface="Times New Roman" panose="02020603050405020304" pitchFamily="18" charset="0"/>
              </a:rPr>
              <a:t>Laura Burbach ; Patrick Halbach ; Nils Plettenberg ; Johannes Nakayama ; Martina </a:t>
            </a:r>
            <a:r>
              <a:rPr lang="en-US" sz="1600" dirty="0" err="1">
                <a:solidFill>
                  <a:srgbClr val="333333"/>
                </a:solidFill>
                <a:cs typeface="Times New Roman" panose="02020603050405020304" pitchFamily="18" charset="0"/>
              </a:rPr>
              <a:t>Ziefle</a:t>
            </a:r>
            <a:r>
              <a:rPr lang="en-US" sz="1600" dirty="0">
                <a:solidFill>
                  <a:srgbClr val="333333"/>
                </a:solidFill>
                <a:cs typeface="Times New Roman" panose="02020603050405020304" pitchFamily="18" charset="0"/>
              </a:rPr>
              <a:t>; </a:t>
            </a:r>
            <a:r>
              <a:rPr lang="en-US" sz="1600" dirty="0" err="1">
                <a:solidFill>
                  <a:srgbClr val="333333"/>
                </a:solidFill>
                <a:cs typeface="Times New Roman" panose="02020603050405020304" pitchFamily="18" charset="0"/>
              </a:rPr>
              <a:t>Amdre</a:t>
            </a:r>
            <a:r>
              <a:rPr lang="en-US" sz="1600" dirty="0">
                <a:solidFill>
                  <a:srgbClr val="333333"/>
                </a:solidFill>
                <a:cs typeface="Times New Roman" panose="02020603050405020304" pitchFamily="18" charset="0"/>
              </a:rPr>
              <a:t> Calero Valdez ; </a:t>
            </a:r>
            <a:r>
              <a:rPr lang="en-US" sz="1600" b="1" dirty="0">
                <a:solidFill>
                  <a:srgbClr val="333333"/>
                </a:solidFill>
                <a:cs typeface="Times New Roman" panose="02020603050405020304" pitchFamily="18" charset="0"/>
              </a:rPr>
              <a:t>“</a:t>
            </a:r>
            <a:r>
              <a:rPr lang="en-US" sz="1600" b="1" dirty="0" err="1">
                <a:solidFill>
                  <a:srgbClr val="333333"/>
                </a:solidFill>
                <a:cs typeface="Times New Roman" panose="02020603050405020304" pitchFamily="18" charset="0"/>
              </a:rPr>
              <a:t>Hey,Siri;Ok,Google;Alexa:Acceptance-relevant</a:t>
            </a:r>
            <a:r>
              <a:rPr lang="en-US" sz="1600" b="1" dirty="0">
                <a:solidFill>
                  <a:srgbClr val="333333"/>
                </a:solidFill>
                <a:cs typeface="Times New Roman" panose="02020603050405020304" pitchFamily="18" charset="0"/>
              </a:rPr>
              <a:t> factors of Virtual Voice-assistants</a:t>
            </a:r>
            <a:r>
              <a:rPr lang="en-US" sz="1600" b="1" u="sng" dirty="0">
                <a:solidFill>
                  <a:srgbClr val="333333"/>
                </a:solidFill>
                <a:cs typeface="Times New Roman" panose="02020603050405020304" pitchFamily="18" charset="0"/>
              </a:rPr>
              <a:t>”</a:t>
            </a:r>
            <a:r>
              <a:rPr lang="en-US" sz="1600" u="sng" dirty="0">
                <a:solidFill>
                  <a:srgbClr val="333333"/>
                </a:solidFill>
                <a:cs typeface="Times New Roman" panose="02020603050405020304" pitchFamily="18" charset="0"/>
              </a:rPr>
              <a:t> </a:t>
            </a:r>
            <a:r>
              <a:rPr lang="en-US" sz="1600" dirty="0">
                <a:solidFill>
                  <a:srgbClr val="333333"/>
                </a:solidFill>
                <a:cs typeface="Times New Roman" panose="02020603050405020304" pitchFamily="18" charset="0"/>
              </a:rPr>
              <a:t>Published:2019 Digital Society Research Program</a:t>
            </a:r>
            <a:endParaRPr lang="en-IN" sz="1600" dirty="0">
              <a:cs typeface="Times New Roman" panose="02020603050405020304" pitchFamily="18" charset="0"/>
            </a:endParaRPr>
          </a:p>
          <a:p>
            <a:endParaRPr lang="en-US" sz="1600" b="1" i="0" u="sng" dirty="0">
              <a:solidFill>
                <a:srgbClr val="333333"/>
              </a:solidFill>
              <a:effectLst/>
              <a:cs typeface="Times New Roman" panose="02020603050405020304" pitchFamily="18" charset="0"/>
            </a:endParaRPr>
          </a:p>
          <a:p>
            <a:pPr algn="just">
              <a:lnSpc>
                <a:spcPct val="150000"/>
              </a:lnSpc>
            </a:pPr>
            <a:r>
              <a:rPr lang="en-US" sz="1600" u="sng" dirty="0">
                <a:solidFill>
                  <a:srgbClr val="333333"/>
                </a:solidFill>
                <a:cs typeface="Times New Roman" panose="02020603050405020304" pitchFamily="18" charset="0"/>
              </a:rPr>
              <a:t>[4] </a:t>
            </a:r>
            <a:r>
              <a:rPr lang="en-IN" sz="1600" dirty="0" err="1">
                <a:solidFill>
                  <a:schemeClr val="tx1"/>
                </a:solidFill>
                <a:latin typeface="Times New Roman" panose="02020603050405020304" pitchFamily="18" charset="0"/>
                <a:cs typeface="Times New Roman" panose="02020603050405020304" pitchFamily="18" charset="0"/>
              </a:rPr>
              <a:t>Bayu</a:t>
            </a:r>
            <a:r>
              <a:rPr lang="en-IN" sz="1600" dirty="0">
                <a:solidFill>
                  <a:schemeClr val="tx1"/>
                </a:solidFill>
                <a:latin typeface="Times New Roman" panose="02020603050405020304" pitchFamily="18" charset="0"/>
                <a:cs typeface="Times New Roman" panose="02020603050405020304" pitchFamily="18" charset="0"/>
              </a:rPr>
              <a:t> </a:t>
            </a:r>
            <a:r>
              <a:rPr lang="en-IN" sz="1600" dirty="0" err="1">
                <a:solidFill>
                  <a:schemeClr val="tx1"/>
                </a:solidFill>
                <a:latin typeface="Times New Roman" panose="02020603050405020304" pitchFamily="18" charset="0"/>
                <a:cs typeface="Times New Roman" panose="02020603050405020304" pitchFamily="18" charset="0"/>
              </a:rPr>
              <a:t>Setiaji</a:t>
            </a:r>
            <a:r>
              <a:rPr lang="en-IN" sz="1600" dirty="0">
                <a:solidFill>
                  <a:schemeClr val="tx1"/>
                </a:solidFill>
                <a:latin typeface="Times New Roman" panose="02020603050405020304" pitchFamily="18" charset="0"/>
                <a:cs typeface="Times New Roman" panose="02020603050405020304" pitchFamily="18" charset="0"/>
              </a:rPr>
              <a:t>, Ferry Wahyu Wibowo , Department of Informatics Engineering STMIK AMIKOM Yogyakarta, Yogyakarta </a:t>
            </a:r>
            <a:r>
              <a:rPr lang="en-IN" sz="1600" b="1" dirty="0">
                <a:solidFill>
                  <a:schemeClr val="tx1"/>
                </a:solidFill>
                <a:latin typeface="Times New Roman" panose="02020603050405020304" pitchFamily="18" charset="0"/>
                <a:cs typeface="Times New Roman" panose="02020603050405020304" pitchFamily="18" charset="0"/>
              </a:rPr>
              <a:t>"Chatbot Using A Knowledge in Database-</a:t>
            </a:r>
            <a:r>
              <a:rPr lang="en-IN" sz="1600" b="1" dirty="0" err="1">
                <a:solidFill>
                  <a:schemeClr val="tx1"/>
                </a:solidFill>
                <a:latin typeface="Times New Roman" panose="02020603050405020304" pitchFamily="18" charset="0"/>
                <a:cs typeface="Times New Roman" panose="02020603050405020304" pitchFamily="18" charset="0"/>
              </a:rPr>
              <a:t>Humanto</a:t>
            </a:r>
            <a:r>
              <a:rPr lang="en-IN" sz="1600" b="1" dirty="0">
                <a:solidFill>
                  <a:schemeClr val="tx1"/>
                </a:solidFill>
                <a:latin typeface="Times New Roman" panose="02020603050405020304" pitchFamily="18" charset="0"/>
                <a:cs typeface="Times New Roman" panose="02020603050405020304" pitchFamily="18" charset="0"/>
              </a:rPr>
              <a:t>-Machine Conversation </a:t>
            </a:r>
            <a:r>
              <a:rPr lang="en-IN" sz="1600" b="1" dirty="0" err="1">
                <a:solidFill>
                  <a:schemeClr val="tx1"/>
                </a:solidFill>
                <a:latin typeface="Times New Roman" panose="02020603050405020304" pitchFamily="18" charset="0"/>
                <a:cs typeface="Times New Roman" panose="02020603050405020304" pitchFamily="18" charset="0"/>
              </a:rPr>
              <a:t>Modeling</a:t>
            </a:r>
            <a:r>
              <a:rPr lang="en-IN" sz="1600" b="1" dirty="0">
                <a:solidFill>
                  <a:schemeClr val="tx1"/>
                </a:solidFill>
                <a:latin typeface="Times New Roman" panose="02020603050405020304" pitchFamily="18" charset="0"/>
                <a:cs typeface="Times New Roman" panose="02020603050405020304" pitchFamily="18" charset="0"/>
              </a:rPr>
              <a:t>"</a:t>
            </a:r>
            <a:r>
              <a:rPr lang="en-IN" sz="1600" dirty="0">
                <a:solidFill>
                  <a:schemeClr val="tx1"/>
                </a:solidFill>
                <a:latin typeface="Times New Roman" panose="02020603050405020304" pitchFamily="18" charset="0"/>
                <a:cs typeface="Times New Roman" panose="02020603050405020304" pitchFamily="18" charset="0"/>
              </a:rPr>
              <a:t>. 2016 IEEE</a:t>
            </a:r>
          </a:p>
          <a:p>
            <a:pPr algn="just">
              <a:lnSpc>
                <a:spcPct val="150000"/>
              </a:lnSpc>
            </a:pPr>
            <a:endParaRPr lang="en-US" sz="1600" dirty="0">
              <a:solidFill>
                <a:srgbClr val="333333"/>
              </a:solidFill>
              <a:cs typeface="Times New Roman" panose="02020603050405020304" pitchFamily="18" charset="0"/>
            </a:endParaRPr>
          </a:p>
          <a:p>
            <a:r>
              <a:rPr lang="en-US" sz="1600" dirty="0">
                <a:solidFill>
                  <a:srgbClr val="333333"/>
                </a:solidFill>
                <a:cs typeface="Times New Roman" panose="02020603050405020304" pitchFamily="18" charset="0"/>
              </a:rPr>
              <a:t>[5] George </a:t>
            </a:r>
            <a:r>
              <a:rPr lang="en-US" sz="1600" dirty="0" err="1">
                <a:solidFill>
                  <a:srgbClr val="333333"/>
                </a:solidFill>
                <a:cs typeface="Times New Roman" panose="02020603050405020304" pitchFamily="18" charset="0"/>
              </a:rPr>
              <a:t>Terzopoulos;Maya</a:t>
            </a:r>
            <a:r>
              <a:rPr lang="en-US" sz="1600" dirty="0">
                <a:solidFill>
                  <a:srgbClr val="333333"/>
                </a:solidFill>
                <a:cs typeface="Times New Roman" panose="02020603050405020304" pitchFamily="18" charset="0"/>
              </a:rPr>
              <a:t> </a:t>
            </a:r>
            <a:r>
              <a:rPr lang="en-US" sz="1600" dirty="0" err="1">
                <a:solidFill>
                  <a:srgbClr val="333333"/>
                </a:solidFill>
                <a:cs typeface="Times New Roman" panose="02020603050405020304" pitchFamily="18" charset="0"/>
              </a:rPr>
              <a:t>Satratzemi</a:t>
            </a:r>
            <a:r>
              <a:rPr lang="en-US" sz="1600" dirty="0">
                <a:solidFill>
                  <a:srgbClr val="333333"/>
                </a:solidFill>
                <a:cs typeface="Times New Roman" panose="02020603050405020304" pitchFamily="18" charset="0"/>
              </a:rPr>
              <a:t>, </a:t>
            </a:r>
            <a:r>
              <a:rPr lang="en-US" sz="1600" b="1" dirty="0">
                <a:solidFill>
                  <a:srgbClr val="333333"/>
                </a:solidFill>
                <a:cs typeface="Times New Roman" panose="02020603050405020304" pitchFamily="18" charset="0"/>
              </a:rPr>
              <a:t>“Voice Assistants and Artificial Intelligence in Education”</a:t>
            </a:r>
            <a:r>
              <a:rPr lang="en-US" sz="1600" dirty="0">
                <a:solidFill>
                  <a:srgbClr val="333333"/>
                </a:solidFill>
                <a:cs typeface="Times New Roman" panose="02020603050405020304" pitchFamily="18" charset="0"/>
              </a:rPr>
              <a:t>,</a:t>
            </a:r>
            <a:r>
              <a:rPr lang="en-US" sz="1600" b="1" dirty="0">
                <a:solidFill>
                  <a:srgbClr val="333333"/>
                </a:solidFill>
                <a:cs typeface="Times New Roman" panose="02020603050405020304" pitchFamily="18" charset="0"/>
              </a:rPr>
              <a:t> </a:t>
            </a:r>
            <a:r>
              <a:rPr lang="en-US" sz="1600" dirty="0">
                <a:solidFill>
                  <a:srgbClr val="333333"/>
                </a:solidFill>
                <a:cs typeface="Times New Roman" panose="02020603050405020304" pitchFamily="18" charset="0"/>
              </a:rPr>
              <a:t>in Department of applied informatics on 26 September,2019</a:t>
            </a:r>
          </a:p>
          <a:p>
            <a:endParaRPr lang="en-US" sz="1600" dirty="0">
              <a:solidFill>
                <a:srgbClr val="333333"/>
              </a:solidFill>
              <a:cs typeface="Times New Roman" panose="02020603050405020304" pitchFamily="18" charset="0"/>
            </a:endParaRPr>
          </a:p>
        </p:txBody>
      </p:sp>
    </p:spTree>
    <p:extLst>
      <p:ext uri="{BB962C8B-B14F-4D97-AF65-F5344CB8AC3E}">
        <p14:creationId xmlns:p14="http://schemas.microsoft.com/office/powerpoint/2010/main" val="743817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D2FF54E-8F0C-44B8-8FA1-C627C5257BAB}"/>
              </a:ext>
            </a:extLst>
          </p:cNvPr>
          <p:cNvSpPr>
            <a:spLocks noGrp="1"/>
          </p:cNvSpPr>
          <p:nvPr>
            <p:ph type="dt" sz="half" idx="10"/>
          </p:nvPr>
        </p:nvSpPr>
        <p:spPr/>
        <p:txBody>
          <a:bodyPr/>
          <a:lstStyle/>
          <a:p>
            <a:pPr>
              <a:defRPr/>
            </a:pPr>
            <a:fld id="{48BF9499-C23C-4B8C-8977-F9EE39F453AC}" type="datetime5">
              <a:rPr lang="en-US" smtClean="0"/>
              <a:pPr>
                <a:defRPr/>
              </a:pPr>
              <a:t>8-Nov-22</a:t>
            </a:fld>
            <a:endParaRPr lang="en-US"/>
          </a:p>
        </p:txBody>
      </p:sp>
      <p:sp>
        <p:nvSpPr>
          <p:cNvPr id="4" name="Slide Number Placeholder 3">
            <a:extLst>
              <a:ext uri="{FF2B5EF4-FFF2-40B4-BE49-F238E27FC236}">
                <a16:creationId xmlns:a16="http://schemas.microsoft.com/office/drawing/2014/main" id="{67C8B03F-8F20-4D07-9109-822F1E350102}"/>
              </a:ext>
            </a:extLst>
          </p:cNvPr>
          <p:cNvSpPr>
            <a:spLocks noGrp="1"/>
          </p:cNvSpPr>
          <p:nvPr>
            <p:ph type="sldNum" sz="quarter" idx="12"/>
          </p:nvPr>
        </p:nvSpPr>
        <p:spPr/>
        <p:txBody>
          <a:bodyPr/>
          <a:lstStyle/>
          <a:p>
            <a:pPr>
              <a:defRPr/>
            </a:pPr>
            <a:fld id="{B9A37242-22DB-4743-88F0-CDF2C6375226}" type="slidenum">
              <a:rPr lang="en-US" smtClean="0"/>
              <a:pPr>
                <a:defRPr/>
              </a:pPr>
              <a:t>21</a:t>
            </a:fld>
            <a:endParaRPr lang="en-US"/>
          </a:p>
        </p:txBody>
      </p:sp>
      <p:pic>
        <p:nvPicPr>
          <p:cNvPr id="10" name="Content Placeholder 9">
            <a:extLst>
              <a:ext uri="{FF2B5EF4-FFF2-40B4-BE49-F238E27FC236}">
                <a16:creationId xmlns:a16="http://schemas.microsoft.com/office/drawing/2014/main" id="{3D46729E-BC00-F680-21DD-55F75D6E3AFC}"/>
              </a:ext>
            </a:extLst>
          </p:cNvPr>
          <p:cNvPicPr>
            <a:picLocks noGrp="1" noChangeAspect="1"/>
          </p:cNvPicPr>
          <p:nvPr>
            <p:ph/>
          </p:nvPr>
        </p:nvPicPr>
        <p:blipFill>
          <a:blip r:embed="rId2">
            <a:extLst>
              <a:ext uri="{28A0092B-C50C-407E-A947-70E740481C1C}">
                <a14:useLocalDpi xmlns:a14="http://schemas.microsoft.com/office/drawing/2010/main" val="0"/>
              </a:ext>
            </a:extLst>
          </a:blip>
          <a:stretch>
            <a:fillRect/>
          </a:stretch>
        </p:blipFill>
        <p:spPr bwMode="auto">
          <a:xfrm>
            <a:off x="572530" y="772427"/>
            <a:ext cx="8229600" cy="5313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177861"/>
      </p:ext>
    </p:extLst>
  </p:cSld>
  <p:clrMapOvr>
    <a:masterClrMapping/>
  </p:clrMapOvr>
</p:sld>
</file>

<file path=ppt/theme/theme1.xml><?xml version="1.0" encoding="utf-8"?>
<a:theme xmlns:a="http://schemas.openxmlformats.org/drawingml/2006/main" name="MIS Template">
  <a:themeElements>
    <a:clrScheme name="MIS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IS Template">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spDef>
    <a:ln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lnDef>
  </a:objectDefaults>
  <a:extraClrSchemeLst>
    <a:extraClrScheme>
      <a:clrScheme name="MIS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IS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IS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IS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IS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IS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IS 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IS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IS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IS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IS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IS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spDef>
    <a:ln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_Custom Design">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spDef>
    <a:lnDef>
      <a:spPr bwMode="auto">
        <a:xfrm>
          <a:off x="0" y="0"/>
          <a:ext cx="1" cy="1"/>
        </a:xfrm>
        <a:custGeom>
          <a:avLst/>
          <a:gdLst/>
          <a:ahLst/>
          <a:cxnLst/>
          <a:rect l="0" t="0" r="0" b="0"/>
          <a:pathLst/>
        </a:custGeom>
        <a:solidFill>
          <a:srgbClr val="333399"/>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rgbClr val="000066"/>
            </a:solidFill>
            <a:effectLst/>
            <a:latin typeface="Times New Roman" pitchFamily="18" charset="0"/>
          </a:defRPr>
        </a:defPPr>
      </a:lst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3307</TotalTime>
  <Words>2191</Words>
  <Application>Microsoft Office PowerPoint</Application>
  <PresentationFormat>On-screen Show (4:3)</PresentationFormat>
  <Paragraphs>145</Paragraphs>
  <Slides>21</Slides>
  <Notes>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Arial</vt:lpstr>
      <vt:lpstr>Calibri</vt:lpstr>
      <vt:lpstr>Cambria</vt:lpstr>
      <vt:lpstr>Times New Roman</vt:lpstr>
      <vt:lpstr>Verdana</vt:lpstr>
      <vt:lpstr>Wingdings</vt:lpstr>
      <vt:lpstr>MIS Template</vt:lpstr>
      <vt:lpstr>Default Design</vt:lpstr>
      <vt:lpstr>4_Custom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laxmi prasanna</dc:creator>
  <cp:lastModifiedBy>SUDARSHAN MADHAVI</cp:lastModifiedBy>
  <cp:revision>120</cp:revision>
  <dcterms:created xsi:type="dcterms:W3CDTF">2021-08-22T13:04:23Z</dcterms:created>
  <dcterms:modified xsi:type="dcterms:W3CDTF">2022-11-08T12:42:56Z</dcterms:modified>
</cp:coreProperties>
</file>